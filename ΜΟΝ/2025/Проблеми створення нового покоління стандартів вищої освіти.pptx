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80" r:id="rId3"/>
    <p:sldId id="281" r:id="rId4"/>
    <p:sldId id="283" r:id="rId5"/>
    <p:sldId id="282" r:id="rId6"/>
    <p:sldId id="260" r:id="rId7"/>
    <p:sldId id="267" r:id="rId8"/>
    <p:sldId id="268" r:id="rId9"/>
    <p:sldId id="261" r:id="rId10"/>
    <p:sldId id="284" r:id="rId11"/>
    <p:sldId id="264" r:id="rId12"/>
    <p:sldId id="276" r:id="rId13"/>
    <p:sldId id="277" r:id="rId14"/>
    <p:sldId id="278" r:id="rId15"/>
    <p:sldId id="285" r:id="rId16"/>
    <p:sldId id="286" r:id="rId17"/>
  </p:sldIdLst>
  <p:sldSz cx="12192000" cy="6858000"/>
  <p:notesSz cx="6858000" cy="9144000"/>
  <p:defaultText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40" autoAdjust="0"/>
    <p:restoredTop sz="94660"/>
  </p:normalViewPr>
  <p:slideViewPr>
    <p:cSldViewPr snapToGrid="0">
      <p:cViewPr varScale="1">
        <p:scale>
          <a:sx n="62" d="100"/>
          <a:sy n="62" d="100"/>
        </p:scale>
        <p:origin x="78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Місце для верхнього колонтитула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Місце для дати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6E34A9-0D5A-4158-AF2D-98250BFCAC91}" type="datetimeFigureOut">
              <a:rPr lang="LID4096" smtClean="0"/>
              <a:t>01/15/2026</a:t>
            </a:fld>
            <a:endParaRPr lang="LID4096"/>
          </a:p>
        </p:txBody>
      </p:sp>
      <p:sp>
        <p:nvSpPr>
          <p:cNvPr id="4" name="Місце для зображення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ID4096"/>
          </a:p>
        </p:txBody>
      </p:sp>
      <p:sp>
        <p:nvSpPr>
          <p:cNvPr id="5" name="Місце для нотаток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LID4096"/>
          </a:p>
        </p:txBody>
      </p:sp>
      <p:sp>
        <p:nvSpPr>
          <p:cNvPr id="6" name="Місце для нижнього колонтитула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7" name="Місце для номера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6517F8-B6FE-4D04-BF60-40F3BAF340B9}" type="slidenum">
              <a:rPr lang="LID4096" smtClean="0"/>
              <a:t>‹№›</a:t>
            </a:fld>
            <a:endParaRPr lang="LID4096"/>
          </a:p>
        </p:txBody>
      </p:sp>
    </p:spTree>
    <p:extLst>
      <p:ext uri="{BB962C8B-B14F-4D97-AF65-F5344CB8AC3E}">
        <p14:creationId xmlns:p14="http://schemas.microsoft.com/office/powerpoint/2010/main" val="37792868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Місце для зображення 1"/>
          <p:cNvSpPr>
            <a:spLocks noGrp="1" noRot="1" noChangeAspect="1"/>
          </p:cNvSpPr>
          <p:nvPr>
            <p:ph type="sldImg"/>
          </p:nvPr>
        </p:nvSpPr>
        <p:spPr/>
      </p:sp>
      <p:sp>
        <p:nvSpPr>
          <p:cNvPr id="3" name="Місце для нотаток 2"/>
          <p:cNvSpPr>
            <a:spLocks noGrp="1"/>
          </p:cNvSpPr>
          <p:nvPr>
            <p:ph type="body" idx="1"/>
          </p:nvPr>
        </p:nvSpPr>
        <p:spPr/>
        <p:txBody>
          <a:bodyPr/>
          <a:lstStyle/>
          <a:p>
            <a:endParaRPr lang="LID4096" dirty="0"/>
          </a:p>
        </p:txBody>
      </p:sp>
      <p:sp>
        <p:nvSpPr>
          <p:cNvPr id="4" name="Місце для номера слайда 3"/>
          <p:cNvSpPr>
            <a:spLocks noGrp="1"/>
          </p:cNvSpPr>
          <p:nvPr>
            <p:ph type="sldNum" sz="quarter" idx="5"/>
          </p:nvPr>
        </p:nvSpPr>
        <p:spPr/>
        <p:txBody>
          <a:bodyPr/>
          <a:lstStyle/>
          <a:p>
            <a:fld id="{686517F8-B6FE-4D04-BF60-40F3BAF340B9}" type="slidenum">
              <a:rPr lang="LID4096" smtClean="0"/>
              <a:t>10</a:t>
            </a:fld>
            <a:endParaRPr lang="LID4096"/>
          </a:p>
        </p:txBody>
      </p:sp>
    </p:spTree>
    <p:extLst>
      <p:ext uri="{BB962C8B-B14F-4D97-AF65-F5344CB8AC3E}">
        <p14:creationId xmlns:p14="http://schemas.microsoft.com/office/powerpoint/2010/main" val="9341229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и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71142C1-D869-34B8-EB8B-8ABA10C3176D}"/>
              </a:ext>
            </a:extLst>
          </p:cNvPr>
          <p:cNvSpPr>
            <a:spLocks noGrp="1"/>
          </p:cNvSpPr>
          <p:nvPr>
            <p:ph type="ctrTitle"/>
          </p:nvPr>
        </p:nvSpPr>
        <p:spPr>
          <a:xfrm>
            <a:off x="1524000" y="1122363"/>
            <a:ext cx="9144000" cy="2387600"/>
          </a:xfrm>
        </p:spPr>
        <p:txBody>
          <a:bodyPr anchor="b"/>
          <a:lstStyle>
            <a:lvl1pPr algn="ctr">
              <a:defRPr sz="6000"/>
            </a:lvl1pPr>
          </a:lstStyle>
          <a:p>
            <a:r>
              <a:rPr lang="uk-UA"/>
              <a:t>Клацніть, щоб редагувати стиль зразка заголовка</a:t>
            </a:r>
          </a:p>
        </p:txBody>
      </p:sp>
      <p:sp>
        <p:nvSpPr>
          <p:cNvPr id="3" name="Підзаголовок 2">
            <a:extLst>
              <a:ext uri="{FF2B5EF4-FFF2-40B4-BE49-F238E27FC236}">
                <a16:creationId xmlns:a16="http://schemas.microsoft.com/office/drawing/2014/main" id="{2C2CA126-5710-390E-1B61-4F0C026B55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uk-UA"/>
              <a:t>Клацніть, щоб редагувати стиль зразка підзаголовка</a:t>
            </a:r>
          </a:p>
        </p:txBody>
      </p:sp>
      <p:sp>
        <p:nvSpPr>
          <p:cNvPr id="4" name="Місце для дати 3">
            <a:extLst>
              <a:ext uri="{FF2B5EF4-FFF2-40B4-BE49-F238E27FC236}">
                <a16:creationId xmlns:a16="http://schemas.microsoft.com/office/drawing/2014/main" id="{8B0F0B7E-33A9-08F8-676C-67711AC2488E}"/>
              </a:ext>
            </a:extLst>
          </p:cNvPr>
          <p:cNvSpPr>
            <a:spLocks noGrp="1"/>
          </p:cNvSpPr>
          <p:nvPr>
            <p:ph type="dt" sz="half" idx="10"/>
          </p:nvPr>
        </p:nvSpPr>
        <p:spPr/>
        <p:txBody>
          <a:bodyPr/>
          <a:lstStyle/>
          <a:p>
            <a:fld id="{DB33EC55-4317-4C24-8A80-E47CD173D3D8}" type="datetimeFigureOut">
              <a:rPr lang="uk-UA" smtClean="0"/>
              <a:t>15.01.2026</a:t>
            </a:fld>
            <a:endParaRPr lang="uk-UA"/>
          </a:p>
        </p:txBody>
      </p:sp>
      <p:sp>
        <p:nvSpPr>
          <p:cNvPr id="5" name="Місце для нижнього колонтитула 4">
            <a:extLst>
              <a:ext uri="{FF2B5EF4-FFF2-40B4-BE49-F238E27FC236}">
                <a16:creationId xmlns:a16="http://schemas.microsoft.com/office/drawing/2014/main" id="{0C3AEC08-7ED4-8E77-6972-27596ACA9232}"/>
              </a:ext>
            </a:extLst>
          </p:cNvPr>
          <p:cNvSpPr>
            <a:spLocks noGrp="1"/>
          </p:cNvSpPr>
          <p:nvPr>
            <p:ph type="ftr" sz="quarter" idx="11"/>
          </p:nvPr>
        </p:nvSpPr>
        <p:spPr/>
        <p:txBody>
          <a:bodyPr/>
          <a:lstStyle/>
          <a:p>
            <a:endParaRPr lang="uk-UA"/>
          </a:p>
        </p:txBody>
      </p:sp>
      <p:sp>
        <p:nvSpPr>
          <p:cNvPr id="6" name="Місце для номера слайда 5">
            <a:extLst>
              <a:ext uri="{FF2B5EF4-FFF2-40B4-BE49-F238E27FC236}">
                <a16:creationId xmlns:a16="http://schemas.microsoft.com/office/drawing/2014/main" id="{C55D9316-D91B-395E-5097-5B371AB2DEEA}"/>
              </a:ext>
            </a:extLst>
          </p:cNvPr>
          <p:cNvSpPr>
            <a:spLocks noGrp="1"/>
          </p:cNvSpPr>
          <p:nvPr>
            <p:ph type="sldNum" sz="quarter" idx="12"/>
          </p:nvPr>
        </p:nvSpPr>
        <p:spPr/>
        <p:txBody>
          <a:bodyPr/>
          <a:lstStyle/>
          <a:p>
            <a:fld id="{6AF31BF5-688A-4747-8C44-E15F0E3A2836}" type="slidenum">
              <a:rPr lang="uk-UA" smtClean="0"/>
              <a:t>‹№›</a:t>
            </a:fld>
            <a:endParaRPr lang="uk-UA"/>
          </a:p>
        </p:txBody>
      </p:sp>
    </p:spTree>
    <p:extLst>
      <p:ext uri="{BB962C8B-B14F-4D97-AF65-F5344CB8AC3E}">
        <p14:creationId xmlns:p14="http://schemas.microsoft.com/office/powerpoint/2010/main" val="35984367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Назва та вмі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6DABF88-9609-7DDB-6FDC-F61F4259D497}"/>
              </a:ext>
            </a:extLst>
          </p:cNvPr>
          <p:cNvSpPr>
            <a:spLocks noGrp="1"/>
          </p:cNvSpPr>
          <p:nvPr>
            <p:ph type="title"/>
          </p:nvPr>
        </p:nvSpPr>
        <p:spPr/>
        <p:txBody>
          <a:bodyPr/>
          <a:lstStyle/>
          <a:p>
            <a:r>
              <a:rPr lang="uk-UA"/>
              <a:t>Клацніть, щоб редагувати стиль зразка заголовка</a:t>
            </a:r>
          </a:p>
        </p:txBody>
      </p:sp>
      <p:sp>
        <p:nvSpPr>
          <p:cNvPr id="3" name="Місце для вмісту 2">
            <a:extLst>
              <a:ext uri="{FF2B5EF4-FFF2-40B4-BE49-F238E27FC236}">
                <a16:creationId xmlns:a16="http://schemas.microsoft.com/office/drawing/2014/main" id="{A035D0ED-AEFC-2A0B-E314-ECC1C8908524}"/>
              </a:ext>
            </a:extLst>
          </p:cNvPr>
          <p:cNvSpPr>
            <a:spLocks noGrp="1"/>
          </p:cNvSpPr>
          <p:nvPr>
            <p:ph idx="1"/>
          </p:nvPr>
        </p:nvSpPr>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4" name="Місце для дати 3">
            <a:extLst>
              <a:ext uri="{FF2B5EF4-FFF2-40B4-BE49-F238E27FC236}">
                <a16:creationId xmlns:a16="http://schemas.microsoft.com/office/drawing/2014/main" id="{D60BCCFB-FF17-49D4-27B1-0C72EA1CCA40}"/>
              </a:ext>
            </a:extLst>
          </p:cNvPr>
          <p:cNvSpPr>
            <a:spLocks noGrp="1"/>
          </p:cNvSpPr>
          <p:nvPr>
            <p:ph type="dt" sz="half" idx="10"/>
          </p:nvPr>
        </p:nvSpPr>
        <p:spPr/>
        <p:txBody>
          <a:bodyPr/>
          <a:lstStyle/>
          <a:p>
            <a:fld id="{DB33EC55-4317-4C24-8A80-E47CD173D3D8}" type="datetimeFigureOut">
              <a:rPr lang="uk-UA" smtClean="0"/>
              <a:t>15.01.2026</a:t>
            </a:fld>
            <a:endParaRPr lang="uk-UA"/>
          </a:p>
        </p:txBody>
      </p:sp>
      <p:sp>
        <p:nvSpPr>
          <p:cNvPr id="5" name="Місце для нижнього колонтитула 4">
            <a:extLst>
              <a:ext uri="{FF2B5EF4-FFF2-40B4-BE49-F238E27FC236}">
                <a16:creationId xmlns:a16="http://schemas.microsoft.com/office/drawing/2014/main" id="{AD1E5845-D0AC-51CF-DE6E-8F838AB3A404}"/>
              </a:ext>
            </a:extLst>
          </p:cNvPr>
          <p:cNvSpPr>
            <a:spLocks noGrp="1"/>
          </p:cNvSpPr>
          <p:nvPr>
            <p:ph type="ftr" sz="quarter" idx="11"/>
          </p:nvPr>
        </p:nvSpPr>
        <p:spPr/>
        <p:txBody>
          <a:bodyPr/>
          <a:lstStyle/>
          <a:p>
            <a:endParaRPr lang="uk-UA"/>
          </a:p>
        </p:txBody>
      </p:sp>
      <p:sp>
        <p:nvSpPr>
          <p:cNvPr id="6" name="Місце для номера слайда 5">
            <a:extLst>
              <a:ext uri="{FF2B5EF4-FFF2-40B4-BE49-F238E27FC236}">
                <a16:creationId xmlns:a16="http://schemas.microsoft.com/office/drawing/2014/main" id="{8B7B73F2-D743-AF21-CECD-B236143CA910}"/>
              </a:ext>
            </a:extLst>
          </p:cNvPr>
          <p:cNvSpPr>
            <a:spLocks noGrp="1"/>
          </p:cNvSpPr>
          <p:nvPr>
            <p:ph type="sldNum" sz="quarter" idx="12"/>
          </p:nvPr>
        </p:nvSpPr>
        <p:spPr/>
        <p:txBody>
          <a:bodyPr/>
          <a:lstStyle/>
          <a:p>
            <a:fld id="{6AF31BF5-688A-4747-8C44-E15F0E3A2836}" type="slidenum">
              <a:rPr lang="uk-UA" smtClean="0"/>
              <a:t>‹№›</a:t>
            </a:fld>
            <a:endParaRPr lang="uk-UA"/>
          </a:p>
        </p:txBody>
      </p:sp>
    </p:spTree>
    <p:extLst>
      <p:ext uri="{BB962C8B-B14F-4D97-AF65-F5344CB8AC3E}">
        <p14:creationId xmlns:p14="http://schemas.microsoft.com/office/powerpoint/2010/main" val="38293991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Назва розділу">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0BEC732-4CCF-EE3B-D78B-EB8315EA6130}"/>
              </a:ext>
            </a:extLst>
          </p:cNvPr>
          <p:cNvSpPr>
            <a:spLocks noGrp="1"/>
          </p:cNvSpPr>
          <p:nvPr>
            <p:ph type="title"/>
          </p:nvPr>
        </p:nvSpPr>
        <p:spPr>
          <a:xfrm>
            <a:off x="831850" y="1709738"/>
            <a:ext cx="10515600" cy="2852737"/>
          </a:xfrm>
        </p:spPr>
        <p:txBody>
          <a:bodyPr anchor="b"/>
          <a:lstStyle>
            <a:lvl1pPr>
              <a:defRPr sz="6000"/>
            </a:lvl1pPr>
          </a:lstStyle>
          <a:p>
            <a:r>
              <a:rPr lang="uk-UA"/>
              <a:t>Клацніть, щоб редагувати стиль зразка заголовка</a:t>
            </a:r>
          </a:p>
        </p:txBody>
      </p:sp>
      <p:sp>
        <p:nvSpPr>
          <p:cNvPr id="3" name="Місце для тексту 2">
            <a:extLst>
              <a:ext uri="{FF2B5EF4-FFF2-40B4-BE49-F238E27FC236}">
                <a16:creationId xmlns:a16="http://schemas.microsoft.com/office/drawing/2014/main" id="{E7B2F34D-6A40-E3A1-DAB9-36F391C3DC4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uk-UA"/>
              <a:t>Клацніть, щоб відредагувати стилі зразків тексту</a:t>
            </a:r>
          </a:p>
        </p:txBody>
      </p:sp>
      <p:sp>
        <p:nvSpPr>
          <p:cNvPr id="4" name="Місце для дати 3">
            <a:extLst>
              <a:ext uri="{FF2B5EF4-FFF2-40B4-BE49-F238E27FC236}">
                <a16:creationId xmlns:a16="http://schemas.microsoft.com/office/drawing/2014/main" id="{5B5D7FDF-F764-3BF2-5B16-CB4EF168D832}"/>
              </a:ext>
            </a:extLst>
          </p:cNvPr>
          <p:cNvSpPr>
            <a:spLocks noGrp="1"/>
          </p:cNvSpPr>
          <p:nvPr>
            <p:ph type="dt" sz="half" idx="10"/>
          </p:nvPr>
        </p:nvSpPr>
        <p:spPr/>
        <p:txBody>
          <a:bodyPr/>
          <a:lstStyle/>
          <a:p>
            <a:fld id="{DB33EC55-4317-4C24-8A80-E47CD173D3D8}" type="datetimeFigureOut">
              <a:rPr lang="uk-UA" smtClean="0"/>
              <a:t>15.01.2026</a:t>
            </a:fld>
            <a:endParaRPr lang="uk-UA"/>
          </a:p>
        </p:txBody>
      </p:sp>
      <p:sp>
        <p:nvSpPr>
          <p:cNvPr id="5" name="Місце для нижнього колонтитула 4">
            <a:extLst>
              <a:ext uri="{FF2B5EF4-FFF2-40B4-BE49-F238E27FC236}">
                <a16:creationId xmlns:a16="http://schemas.microsoft.com/office/drawing/2014/main" id="{00CF71F6-54B1-F06B-6BCF-835186F3B957}"/>
              </a:ext>
            </a:extLst>
          </p:cNvPr>
          <p:cNvSpPr>
            <a:spLocks noGrp="1"/>
          </p:cNvSpPr>
          <p:nvPr>
            <p:ph type="ftr" sz="quarter" idx="11"/>
          </p:nvPr>
        </p:nvSpPr>
        <p:spPr/>
        <p:txBody>
          <a:bodyPr/>
          <a:lstStyle/>
          <a:p>
            <a:endParaRPr lang="uk-UA"/>
          </a:p>
        </p:txBody>
      </p:sp>
      <p:sp>
        <p:nvSpPr>
          <p:cNvPr id="6" name="Місце для номера слайда 5">
            <a:extLst>
              <a:ext uri="{FF2B5EF4-FFF2-40B4-BE49-F238E27FC236}">
                <a16:creationId xmlns:a16="http://schemas.microsoft.com/office/drawing/2014/main" id="{BF619315-9445-7111-5C55-9321CADED415}"/>
              </a:ext>
            </a:extLst>
          </p:cNvPr>
          <p:cNvSpPr>
            <a:spLocks noGrp="1"/>
          </p:cNvSpPr>
          <p:nvPr>
            <p:ph type="sldNum" sz="quarter" idx="12"/>
          </p:nvPr>
        </p:nvSpPr>
        <p:spPr/>
        <p:txBody>
          <a:bodyPr/>
          <a:lstStyle/>
          <a:p>
            <a:fld id="{6AF31BF5-688A-4747-8C44-E15F0E3A2836}" type="slidenum">
              <a:rPr lang="uk-UA" smtClean="0"/>
              <a:t>‹№›</a:t>
            </a:fld>
            <a:endParaRPr lang="uk-UA"/>
          </a:p>
        </p:txBody>
      </p:sp>
    </p:spTree>
    <p:extLst>
      <p:ext uri="{BB962C8B-B14F-4D97-AF65-F5344CB8AC3E}">
        <p14:creationId xmlns:p14="http://schemas.microsoft.com/office/powerpoint/2010/main" val="12839715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єкти">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A31743D-D39D-AB31-2EC1-C95972D8F792}"/>
              </a:ext>
            </a:extLst>
          </p:cNvPr>
          <p:cNvSpPr>
            <a:spLocks noGrp="1"/>
          </p:cNvSpPr>
          <p:nvPr>
            <p:ph type="title"/>
          </p:nvPr>
        </p:nvSpPr>
        <p:spPr/>
        <p:txBody>
          <a:bodyPr/>
          <a:lstStyle/>
          <a:p>
            <a:r>
              <a:rPr lang="uk-UA"/>
              <a:t>Клацніть, щоб редагувати стиль зразка заголовка</a:t>
            </a:r>
          </a:p>
        </p:txBody>
      </p:sp>
      <p:sp>
        <p:nvSpPr>
          <p:cNvPr id="3" name="Місце для вмісту 2">
            <a:extLst>
              <a:ext uri="{FF2B5EF4-FFF2-40B4-BE49-F238E27FC236}">
                <a16:creationId xmlns:a16="http://schemas.microsoft.com/office/drawing/2014/main" id="{63BDD71E-1691-EF8D-CB96-E70E8B140072}"/>
              </a:ext>
            </a:extLst>
          </p:cNvPr>
          <p:cNvSpPr>
            <a:spLocks noGrp="1"/>
          </p:cNvSpPr>
          <p:nvPr>
            <p:ph sz="half" idx="1"/>
          </p:nvPr>
        </p:nvSpPr>
        <p:spPr>
          <a:xfrm>
            <a:off x="838200" y="1825625"/>
            <a:ext cx="5181600" cy="4351338"/>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4" name="Місце для вмісту 3">
            <a:extLst>
              <a:ext uri="{FF2B5EF4-FFF2-40B4-BE49-F238E27FC236}">
                <a16:creationId xmlns:a16="http://schemas.microsoft.com/office/drawing/2014/main" id="{B74609C0-EF95-D025-420B-E1BBB5BA7C52}"/>
              </a:ext>
            </a:extLst>
          </p:cNvPr>
          <p:cNvSpPr>
            <a:spLocks noGrp="1"/>
          </p:cNvSpPr>
          <p:nvPr>
            <p:ph sz="half" idx="2"/>
          </p:nvPr>
        </p:nvSpPr>
        <p:spPr>
          <a:xfrm>
            <a:off x="6172200" y="1825625"/>
            <a:ext cx="5181600" cy="4351338"/>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5" name="Місце для дати 4">
            <a:extLst>
              <a:ext uri="{FF2B5EF4-FFF2-40B4-BE49-F238E27FC236}">
                <a16:creationId xmlns:a16="http://schemas.microsoft.com/office/drawing/2014/main" id="{5A9C2ACC-00DF-97FB-972D-E5D8E4F0458C}"/>
              </a:ext>
            </a:extLst>
          </p:cNvPr>
          <p:cNvSpPr>
            <a:spLocks noGrp="1"/>
          </p:cNvSpPr>
          <p:nvPr>
            <p:ph type="dt" sz="half" idx="10"/>
          </p:nvPr>
        </p:nvSpPr>
        <p:spPr/>
        <p:txBody>
          <a:bodyPr/>
          <a:lstStyle/>
          <a:p>
            <a:fld id="{DB33EC55-4317-4C24-8A80-E47CD173D3D8}" type="datetimeFigureOut">
              <a:rPr lang="uk-UA" smtClean="0"/>
              <a:t>15.01.2026</a:t>
            </a:fld>
            <a:endParaRPr lang="uk-UA"/>
          </a:p>
        </p:txBody>
      </p:sp>
      <p:sp>
        <p:nvSpPr>
          <p:cNvPr id="6" name="Місце для нижнього колонтитула 5">
            <a:extLst>
              <a:ext uri="{FF2B5EF4-FFF2-40B4-BE49-F238E27FC236}">
                <a16:creationId xmlns:a16="http://schemas.microsoft.com/office/drawing/2014/main" id="{0DF8C7B9-A412-FD5D-4CC3-F3AF7C28AF73}"/>
              </a:ext>
            </a:extLst>
          </p:cNvPr>
          <p:cNvSpPr>
            <a:spLocks noGrp="1"/>
          </p:cNvSpPr>
          <p:nvPr>
            <p:ph type="ftr" sz="quarter" idx="11"/>
          </p:nvPr>
        </p:nvSpPr>
        <p:spPr/>
        <p:txBody>
          <a:bodyPr/>
          <a:lstStyle/>
          <a:p>
            <a:endParaRPr lang="uk-UA"/>
          </a:p>
        </p:txBody>
      </p:sp>
      <p:sp>
        <p:nvSpPr>
          <p:cNvPr id="7" name="Місце для номера слайда 6">
            <a:extLst>
              <a:ext uri="{FF2B5EF4-FFF2-40B4-BE49-F238E27FC236}">
                <a16:creationId xmlns:a16="http://schemas.microsoft.com/office/drawing/2014/main" id="{A1C3875B-D9BC-EB39-9CD0-07E6EEF9B498}"/>
              </a:ext>
            </a:extLst>
          </p:cNvPr>
          <p:cNvSpPr>
            <a:spLocks noGrp="1"/>
          </p:cNvSpPr>
          <p:nvPr>
            <p:ph type="sldNum" sz="quarter" idx="12"/>
          </p:nvPr>
        </p:nvSpPr>
        <p:spPr/>
        <p:txBody>
          <a:bodyPr/>
          <a:lstStyle/>
          <a:p>
            <a:fld id="{6AF31BF5-688A-4747-8C44-E15F0E3A2836}" type="slidenum">
              <a:rPr lang="uk-UA" smtClean="0"/>
              <a:t>‹№›</a:t>
            </a:fld>
            <a:endParaRPr lang="uk-UA"/>
          </a:p>
        </p:txBody>
      </p:sp>
    </p:spTree>
    <p:extLst>
      <p:ext uri="{BB962C8B-B14F-4D97-AF65-F5344CB8AC3E}">
        <p14:creationId xmlns:p14="http://schemas.microsoft.com/office/powerpoint/2010/main" val="36642979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Порівняння">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6948471-3747-3273-86DC-A9185AD88304}"/>
              </a:ext>
            </a:extLst>
          </p:cNvPr>
          <p:cNvSpPr>
            <a:spLocks noGrp="1"/>
          </p:cNvSpPr>
          <p:nvPr>
            <p:ph type="title"/>
          </p:nvPr>
        </p:nvSpPr>
        <p:spPr>
          <a:xfrm>
            <a:off x="839788" y="365125"/>
            <a:ext cx="10515600" cy="1325563"/>
          </a:xfrm>
        </p:spPr>
        <p:txBody>
          <a:bodyPr/>
          <a:lstStyle/>
          <a:p>
            <a:r>
              <a:rPr lang="uk-UA"/>
              <a:t>Клацніть, щоб редагувати стиль зразка заголовка</a:t>
            </a:r>
          </a:p>
        </p:txBody>
      </p:sp>
      <p:sp>
        <p:nvSpPr>
          <p:cNvPr id="3" name="Місце для тексту 2">
            <a:extLst>
              <a:ext uri="{FF2B5EF4-FFF2-40B4-BE49-F238E27FC236}">
                <a16:creationId xmlns:a16="http://schemas.microsoft.com/office/drawing/2014/main" id="{77B631C2-F6C0-A8AE-DA8F-06AE1AD135C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4" name="Місце для вмісту 3">
            <a:extLst>
              <a:ext uri="{FF2B5EF4-FFF2-40B4-BE49-F238E27FC236}">
                <a16:creationId xmlns:a16="http://schemas.microsoft.com/office/drawing/2014/main" id="{5A6136E0-D557-2DEF-11D7-A926F129BA4D}"/>
              </a:ext>
            </a:extLst>
          </p:cNvPr>
          <p:cNvSpPr>
            <a:spLocks noGrp="1"/>
          </p:cNvSpPr>
          <p:nvPr>
            <p:ph sz="half" idx="2"/>
          </p:nvPr>
        </p:nvSpPr>
        <p:spPr>
          <a:xfrm>
            <a:off x="839788" y="2505075"/>
            <a:ext cx="5157787" cy="3684588"/>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5" name="Місце для тексту 4">
            <a:extLst>
              <a:ext uri="{FF2B5EF4-FFF2-40B4-BE49-F238E27FC236}">
                <a16:creationId xmlns:a16="http://schemas.microsoft.com/office/drawing/2014/main" id="{94C29DCA-B80E-AC64-B360-5C2E11AF50F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6" name="Місце для вмісту 5">
            <a:extLst>
              <a:ext uri="{FF2B5EF4-FFF2-40B4-BE49-F238E27FC236}">
                <a16:creationId xmlns:a16="http://schemas.microsoft.com/office/drawing/2014/main" id="{6A19410B-0D6F-3A7B-62CC-F63C1F1DFBC7}"/>
              </a:ext>
            </a:extLst>
          </p:cNvPr>
          <p:cNvSpPr>
            <a:spLocks noGrp="1"/>
          </p:cNvSpPr>
          <p:nvPr>
            <p:ph sz="quarter" idx="4"/>
          </p:nvPr>
        </p:nvSpPr>
        <p:spPr>
          <a:xfrm>
            <a:off x="6172200" y="2505075"/>
            <a:ext cx="5183188" cy="3684588"/>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7" name="Місце для дати 6">
            <a:extLst>
              <a:ext uri="{FF2B5EF4-FFF2-40B4-BE49-F238E27FC236}">
                <a16:creationId xmlns:a16="http://schemas.microsoft.com/office/drawing/2014/main" id="{3A9664CF-4450-7410-8F0B-149F808B6199}"/>
              </a:ext>
            </a:extLst>
          </p:cNvPr>
          <p:cNvSpPr>
            <a:spLocks noGrp="1"/>
          </p:cNvSpPr>
          <p:nvPr>
            <p:ph type="dt" sz="half" idx="10"/>
          </p:nvPr>
        </p:nvSpPr>
        <p:spPr/>
        <p:txBody>
          <a:bodyPr/>
          <a:lstStyle/>
          <a:p>
            <a:fld id="{DB33EC55-4317-4C24-8A80-E47CD173D3D8}" type="datetimeFigureOut">
              <a:rPr lang="uk-UA" smtClean="0"/>
              <a:t>15.01.2026</a:t>
            </a:fld>
            <a:endParaRPr lang="uk-UA"/>
          </a:p>
        </p:txBody>
      </p:sp>
      <p:sp>
        <p:nvSpPr>
          <p:cNvPr id="8" name="Місце для нижнього колонтитула 7">
            <a:extLst>
              <a:ext uri="{FF2B5EF4-FFF2-40B4-BE49-F238E27FC236}">
                <a16:creationId xmlns:a16="http://schemas.microsoft.com/office/drawing/2014/main" id="{49B9F248-D68D-2D06-384F-EFB61972E3C4}"/>
              </a:ext>
            </a:extLst>
          </p:cNvPr>
          <p:cNvSpPr>
            <a:spLocks noGrp="1"/>
          </p:cNvSpPr>
          <p:nvPr>
            <p:ph type="ftr" sz="quarter" idx="11"/>
          </p:nvPr>
        </p:nvSpPr>
        <p:spPr/>
        <p:txBody>
          <a:bodyPr/>
          <a:lstStyle/>
          <a:p>
            <a:endParaRPr lang="uk-UA"/>
          </a:p>
        </p:txBody>
      </p:sp>
      <p:sp>
        <p:nvSpPr>
          <p:cNvPr id="9" name="Місце для номера слайда 8">
            <a:extLst>
              <a:ext uri="{FF2B5EF4-FFF2-40B4-BE49-F238E27FC236}">
                <a16:creationId xmlns:a16="http://schemas.microsoft.com/office/drawing/2014/main" id="{96E7E4DB-21A6-023F-B9F7-15B2B868E106}"/>
              </a:ext>
            </a:extLst>
          </p:cNvPr>
          <p:cNvSpPr>
            <a:spLocks noGrp="1"/>
          </p:cNvSpPr>
          <p:nvPr>
            <p:ph type="sldNum" sz="quarter" idx="12"/>
          </p:nvPr>
        </p:nvSpPr>
        <p:spPr/>
        <p:txBody>
          <a:bodyPr/>
          <a:lstStyle/>
          <a:p>
            <a:fld id="{6AF31BF5-688A-4747-8C44-E15F0E3A2836}" type="slidenum">
              <a:rPr lang="uk-UA" smtClean="0"/>
              <a:t>‹№›</a:t>
            </a:fld>
            <a:endParaRPr lang="uk-UA"/>
          </a:p>
        </p:txBody>
      </p:sp>
    </p:spTree>
    <p:extLst>
      <p:ext uri="{BB962C8B-B14F-4D97-AF65-F5344CB8AC3E}">
        <p14:creationId xmlns:p14="http://schemas.microsoft.com/office/powerpoint/2010/main" val="31428113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Лише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29396F8-83AA-BD15-59B6-D669FCDF6854}"/>
              </a:ext>
            </a:extLst>
          </p:cNvPr>
          <p:cNvSpPr>
            <a:spLocks noGrp="1"/>
          </p:cNvSpPr>
          <p:nvPr>
            <p:ph type="title"/>
          </p:nvPr>
        </p:nvSpPr>
        <p:spPr/>
        <p:txBody>
          <a:bodyPr/>
          <a:lstStyle/>
          <a:p>
            <a:r>
              <a:rPr lang="uk-UA"/>
              <a:t>Клацніть, щоб редагувати стиль зразка заголовка</a:t>
            </a:r>
          </a:p>
        </p:txBody>
      </p:sp>
      <p:sp>
        <p:nvSpPr>
          <p:cNvPr id="3" name="Місце для дати 2">
            <a:extLst>
              <a:ext uri="{FF2B5EF4-FFF2-40B4-BE49-F238E27FC236}">
                <a16:creationId xmlns:a16="http://schemas.microsoft.com/office/drawing/2014/main" id="{01AD3AC7-987D-D49B-0E3B-21BDD12BA27C}"/>
              </a:ext>
            </a:extLst>
          </p:cNvPr>
          <p:cNvSpPr>
            <a:spLocks noGrp="1"/>
          </p:cNvSpPr>
          <p:nvPr>
            <p:ph type="dt" sz="half" idx="10"/>
          </p:nvPr>
        </p:nvSpPr>
        <p:spPr/>
        <p:txBody>
          <a:bodyPr/>
          <a:lstStyle/>
          <a:p>
            <a:fld id="{DB33EC55-4317-4C24-8A80-E47CD173D3D8}" type="datetimeFigureOut">
              <a:rPr lang="uk-UA" smtClean="0"/>
              <a:t>15.01.2026</a:t>
            </a:fld>
            <a:endParaRPr lang="uk-UA"/>
          </a:p>
        </p:txBody>
      </p:sp>
      <p:sp>
        <p:nvSpPr>
          <p:cNvPr id="4" name="Місце для нижнього колонтитула 3">
            <a:extLst>
              <a:ext uri="{FF2B5EF4-FFF2-40B4-BE49-F238E27FC236}">
                <a16:creationId xmlns:a16="http://schemas.microsoft.com/office/drawing/2014/main" id="{75B808D1-1684-67B0-4AC4-9BB21BE2F2B2}"/>
              </a:ext>
            </a:extLst>
          </p:cNvPr>
          <p:cNvSpPr>
            <a:spLocks noGrp="1"/>
          </p:cNvSpPr>
          <p:nvPr>
            <p:ph type="ftr" sz="quarter" idx="11"/>
          </p:nvPr>
        </p:nvSpPr>
        <p:spPr/>
        <p:txBody>
          <a:bodyPr/>
          <a:lstStyle/>
          <a:p>
            <a:endParaRPr lang="uk-UA"/>
          </a:p>
        </p:txBody>
      </p:sp>
      <p:sp>
        <p:nvSpPr>
          <p:cNvPr id="5" name="Місце для номера слайда 4">
            <a:extLst>
              <a:ext uri="{FF2B5EF4-FFF2-40B4-BE49-F238E27FC236}">
                <a16:creationId xmlns:a16="http://schemas.microsoft.com/office/drawing/2014/main" id="{DC63C784-3543-D2FB-AF1D-DF66DB9732EA}"/>
              </a:ext>
            </a:extLst>
          </p:cNvPr>
          <p:cNvSpPr>
            <a:spLocks noGrp="1"/>
          </p:cNvSpPr>
          <p:nvPr>
            <p:ph type="sldNum" sz="quarter" idx="12"/>
          </p:nvPr>
        </p:nvSpPr>
        <p:spPr/>
        <p:txBody>
          <a:bodyPr/>
          <a:lstStyle/>
          <a:p>
            <a:fld id="{6AF31BF5-688A-4747-8C44-E15F0E3A2836}" type="slidenum">
              <a:rPr lang="uk-UA" smtClean="0"/>
              <a:t>‹№›</a:t>
            </a:fld>
            <a:endParaRPr lang="uk-UA"/>
          </a:p>
        </p:txBody>
      </p:sp>
    </p:spTree>
    <p:extLst>
      <p:ext uri="{BB962C8B-B14F-4D97-AF65-F5344CB8AC3E}">
        <p14:creationId xmlns:p14="http://schemas.microsoft.com/office/powerpoint/2010/main" val="39990241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ий слайд">
    <p:spTree>
      <p:nvGrpSpPr>
        <p:cNvPr id="1" name=""/>
        <p:cNvGrpSpPr/>
        <p:nvPr/>
      </p:nvGrpSpPr>
      <p:grpSpPr>
        <a:xfrm>
          <a:off x="0" y="0"/>
          <a:ext cx="0" cy="0"/>
          <a:chOff x="0" y="0"/>
          <a:chExt cx="0" cy="0"/>
        </a:xfrm>
      </p:grpSpPr>
      <p:sp>
        <p:nvSpPr>
          <p:cNvPr id="2" name="Місце для дати 1">
            <a:extLst>
              <a:ext uri="{FF2B5EF4-FFF2-40B4-BE49-F238E27FC236}">
                <a16:creationId xmlns:a16="http://schemas.microsoft.com/office/drawing/2014/main" id="{9D13AB23-804D-1BA4-3BC8-B16A9517397D}"/>
              </a:ext>
            </a:extLst>
          </p:cNvPr>
          <p:cNvSpPr>
            <a:spLocks noGrp="1"/>
          </p:cNvSpPr>
          <p:nvPr>
            <p:ph type="dt" sz="half" idx="10"/>
          </p:nvPr>
        </p:nvSpPr>
        <p:spPr/>
        <p:txBody>
          <a:bodyPr/>
          <a:lstStyle/>
          <a:p>
            <a:fld id="{DB33EC55-4317-4C24-8A80-E47CD173D3D8}" type="datetimeFigureOut">
              <a:rPr lang="uk-UA" smtClean="0"/>
              <a:t>15.01.2026</a:t>
            </a:fld>
            <a:endParaRPr lang="uk-UA"/>
          </a:p>
        </p:txBody>
      </p:sp>
      <p:sp>
        <p:nvSpPr>
          <p:cNvPr id="3" name="Місце для нижнього колонтитула 2">
            <a:extLst>
              <a:ext uri="{FF2B5EF4-FFF2-40B4-BE49-F238E27FC236}">
                <a16:creationId xmlns:a16="http://schemas.microsoft.com/office/drawing/2014/main" id="{B16EE38F-CA02-C2AF-E906-801F056A29D5}"/>
              </a:ext>
            </a:extLst>
          </p:cNvPr>
          <p:cNvSpPr>
            <a:spLocks noGrp="1"/>
          </p:cNvSpPr>
          <p:nvPr>
            <p:ph type="ftr" sz="quarter" idx="11"/>
          </p:nvPr>
        </p:nvSpPr>
        <p:spPr/>
        <p:txBody>
          <a:bodyPr/>
          <a:lstStyle/>
          <a:p>
            <a:endParaRPr lang="uk-UA"/>
          </a:p>
        </p:txBody>
      </p:sp>
      <p:sp>
        <p:nvSpPr>
          <p:cNvPr id="4" name="Місце для номера слайда 3">
            <a:extLst>
              <a:ext uri="{FF2B5EF4-FFF2-40B4-BE49-F238E27FC236}">
                <a16:creationId xmlns:a16="http://schemas.microsoft.com/office/drawing/2014/main" id="{7899AAB9-FA60-452F-5517-2F14E8D4D15D}"/>
              </a:ext>
            </a:extLst>
          </p:cNvPr>
          <p:cNvSpPr>
            <a:spLocks noGrp="1"/>
          </p:cNvSpPr>
          <p:nvPr>
            <p:ph type="sldNum" sz="quarter" idx="12"/>
          </p:nvPr>
        </p:nvSpPr>
        <p:spPr/>
        <p:txBody>
          <a:bodyPr/>
          <a:lstStyle/>
          <a:p>
            <a:fld id="{6AF31BF5-688A-4747-8C44-E15F0E3A2836}" type="slidenum">
              <a:rPr lang="uk-UA" smtClean="0"/>
              <a:t>‹№›</a:t>
            </a:fld>
            <a:endParaRPr lang="uk-UA"/>
          </a:p>
        </p:txBody>
      </p:sp>
    </p:spTree>
    <p:extLst>
      <p:ext uri="{BB962C8B-B14F-4D97-AF65-F5344CB8AC3E}">
        <p14:creationId xmlns:p14="http://schemas.microsoft.com/office/powerpoint/2010/main" val="2151577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Вміст і підпис">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3007D1E-8534-1453-D450-4215360D6B11}"/>
              </a:ext>
            </a:extLst>
          </p:cNvPr>
          <p:cNvSpPr>
            <a:spLocks noGrp="1"/>
          </p:cNvSpPr>
          <p:nvPr>
            <p:ph type="title"/>
          </p:nvPr>
        </p:nvSpPr>
        <p:spPr>
          <a:xfrm>
            <a:off x="839788" y="457200"/>
            <a:ext cx="3932237" cy="1600200"/>
          </a:xfrm>
        </p:spPr>
        <p:txBody>
          <a:bodyPr anchor="b"/>
          <a:lstStyle>
            <a:lvl1pPr>
              <a:defRPr sz="3200"/>
            </a:lvl1pPr>
          </a:lstStyle>
          <a:p>
            <a:r>
              <a:rPr lang="uk-UA"/>
              <a:t>Клацніть, щоб редагувати стиль зразка заголовка</a:t>
            </a:r>
          </a:p>
        </p:txBody>
      </p:sp>
      <p:sp>
        <p:nvSpPr>
          <p:cNvPr id="3" name="Місце для вмісту 2">
            <a:extLst>
              <a:ext uri="{FF2B5EF4-FFF2-40B4-BE49-F238E27FC236}">
                <a16:creationId xmlns:a16="http://schemas.microsoft.com/office/drawing/2014/main" id="{6FCC6209-1A2C-0704-97D3-C6FFE9C870A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4" name="Місце для тексту 3">
            <a:extLst>
              <a:ext uri="{FF2B5EF4-FFF2-40B4-BE49-F238E27FC236}">
                <a16:creationId xmlns:a16="http://schemas.microsoft.com/office/drawing/2014/main" id="{BD923B6B-9E7B-EC89-465D-DB213EDA44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Місце для дати 4">
            <a:extLst>
              <a:ext uri="{FF2B5EF4-FFF2-40B4-BE49-F238E27FC236}">
                <a16:creationId xmlns:a16="http://schemas.microsoft.com/office/drawing/2014/main" id="{92E945DF-AEDA-E1D5-D9AD-777EEB1FD027}"/>
              </a:ext>
            </a:extLst>
          </p:cNvPr>
          <p:cNvSpPr>
            <a:spLocks noGrp="1"/>
          </p:cNvSpPr>
          <p:nvPr>
            <p:ph type="dt" sz="half" idx="10"/>
          </p:nvPr>
        </p:nvSpPr>
        <p:spPr/>
        <p:txBody>
          <a:bodyPr/>
          <a:lstStyle/>
          <a:p>
            <a:fld id="{DB33EC55-4317-4C24-8A80-E47CD173D3D8}" type="datetimeFigureOut">
              <a:rPr lang="uk-UA" smtClean="0"/>
              <a:t>15.01.2026</a:t>
            </a:fld>
            <a:endParaRPr lang="uk-UA"/>
          </a:p>
        </p:txBody>
      </p:sp>
      <p:sp>
        <p:nvSpPr>
          <p:cNvPr id="6" name="Місце для нижнього колонтитула 5">
            <a:extLst>
              <a:ext uri="{FF2B5EF4-FFF2-40B4-BE49-F238E27FC236}">
                <a16:creationId xmlns:a16="http://schemas.microsoft.com/office/drawing/2014/main" id="{2EB6263C-0C42-AE64-884C-4CE3939A6ECF}"/>
              </a:ext>
            </a:extLst>
          </p:cNvPr>
          <p:cNvSpPr>
            <a:spLocks noGrp="1"/>
          </p:cNvSpPr>
          <p:nvPr>
            <p:ph type="ftr" sz="quarter" idx="11"/>
          </p:nvPr>
        </p:nvSpPr>
        <p:spPr/>
        <p:txBody>
          <a:bodyPr/>
          <a:lstStyle/>
          <a:p>
            <a:endParaRPr lang="uk-UA"/>
          </a:p>
        </p:txBody>
      </p:sp>
      <p:sp>
        <p:nvSpPr>
          <p:cNvPr id="7" name="Місце для номера слайда 6">
            <a:extLst>
              <a:ext uri="{FF2B5EF4-FFF2-40B4-BE49-F238E27FC236}">
                <a16:creationId xmlns:a16="http://schemas.microsoft.com/office/drawing/2014/main" id="{3434D0E2-DD6B-12E3-D650-D37CE96DEF8C}"/>
              </a:ext>
            </a:extLst>
          </p:cNvPr>
          <p:cNvSpPr>
            <a:spLocks noGrp="1"/>
          </p:cNvSpPr>
          <p:nvPr>
            <p:ph type="sldNum" sz="quarter" idx="12"/>
          </p:nvPr>
        </p:nvSpPr>
        <p:spPr/>
        <p:txBody>
          <a:bodyPr/>
          <a:lstStyle/>
          <a:p>
            <a:fld id="{6AF31BF5-688A-4747-8C44-E15F0E3A2836}" type="slidenum">
              <a:rPr lang="uk-UA" smtClean="0"/>
              <a:t>‹№›</a:t>
            </a:fld>
            <a:endParaRPr lang="uk-UA"/>
          </a:p>
        </p:txBody>
      </p:sp>
    </p:spTree>
    <p:extLst>
      <p:ext uri="{BB962C8B-B14F-4D97-AF65-F5344CB8AC3E}">
        <p14:creationId xmlns:p14="http://schemas.microsoft.com/office/powerpoint/2010/main" val="6112466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і підпис">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CCF8CE9-03D1-7280-DEE4-0B353B03A7BE}"/>
              </a:ext>
            </a:extLst>
          </p:cNvPr>
          <p:cNvSpPr>
            <a:spLocks noGrp="1"/>
          </p:cNvSpPr>
          <p:nvPr>
            <p:ph type="title"/>
          </p:nvPr>
        </p:nvSpPr>
        <p:spPr>
          <a:xfrm>
            <a:off x="839788" y="457200"/>
            <a:ext cx="3932237" cy="1600200"/>
          </a:xfrm>
        </p:spPr>
        <p:txBody>
          <a:bodyPr anchor="b"/>
          <a:lstStyle>
            <a:lvl1pPr>
              <a:defRPr sz="3200"/>
            </a:lvl1pPr>
          </a:lstStyle>
          <a:p>
            <a:r>
              <a:rPr lang="uk-UA"/>
              <a:t>Клацніть, щоб редагувати стиль зразка заголовка</a:t>
            </a:r>
          </a:p>
        </p:txBody>
      </p:sp>
      <p:sp>
        <p:nvSpPr>
          <p:cNvPr id="3" name="Місце для зображення 2">
            <a:extLst>
              <a:ext uri="{FF2B5EF4-FFF2-40B4-BE49-F238E27FC236}">
                <a16:creationId xmlns:a16="http://schemas.microsoft.com/office/drawing/2014/main" id="{84C7F2C9-E6CC-7561-4D70-03D960CDAF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uk-UA"/>
          </a:p>
        </p:txBody>
      </p:sp>
      <p:sp>
        <p:nvSpPr>
          <p:cNvPr id="4" name="Місце для тексту 3">
            <a:extLst>
              <a:ext uri="{FF2B5EF4-FFF2-40B4-BE49-F238E27FC236}">
                <a16:creationId xmlns:a16="http://schemas.microsoft.com/office/drawing/2014/main" id="{5F65AB20-81CD-A4A4-0997-BC38562B1F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Місце для дати 4">
            <a:extLst>
              <a:ext uri="{FF2B5EF4-FFF2-40B4-BE49-F238E27FC236}">
                <a16:creationId xmlns:a16="http://schemas.microsoft.com/office/drawing/2014/main" id="{B35908B5-8E69-B6D3-34DF-6E0F0463C273}"/>
              </a:ext>
            </a:extLst>
          </p:cNvPr>
          <p:cNvSpPr>
            <a:spLocks noGrp="1"/>
          </p:cNvSpPr>
          <p:nvPr>
            <p:ph type="dt" sz="half" idx="10"/>
          </p:nvPr>
        </p:nvSpPr>
        <p:spPr/>
        <p:txBody>
          <a:bodyPr/>
          <a:lstStyle/>
          <a:p>
            <a:fld id="{DB33EC55-4317-4C24-8A80-E47CD173D3D8}" type="datetimeFigureOut">
              <a:rPr lang="uk-UA" smtClean="0"/>
              <a:t>15.01.2026</a:t>
            </a:fld>
            <a:endParaRPr lang="uk-UA"/>
          </a:p>
        </p:txBody>
      </p:sp>
      <p:sp>
        <p:nvSpPr>
          <p:cNvPr id="6" name="Місце для нижнього колонтитула 5">
            <a:extLst>
              <a:ext uri="{FF2B5EF4-FFF2-40B4-BE49-F238E27FC236}">
                <a16:creationId xmlns:a16="http://schemas.microsoft.com/office/drawing/2014/main" id="{46095AD8-4943-3E46-0513-C2DAC705BC22}"/>
              </a:ext>
            </a:extLst>
          </p:cNvPr>
          <p:cNvSpPr>
            <a:spLocks noGrp="1"/>
          </p:cNvSpPr>
          <p:nvPr>
            <p:ph type="ftr" sz="quarter" idx="11"/>
          </p:nvPr>
        </p:nvSpPr>
        <p:spPr/>
        <p:txBody>
          <a:bodyPr/>
          <a:lstStyle/>
          <a:p>
            <a:endParaRPr lang="uk-UA"/>
          </a:p>
        </p:txBody>
      </p:sp>
      <p:sp>
        <p:nvSpPr>
          <p:cNvPr id="7" name="Місце для номера слайда 6">
            <a:extLst>
              <a:ext uri="{FF2B5EF4-FFF2-40B4-BE49-F238E27FC236}">
                <a16:creationId xmlns:a16="http://schemas.microsoft.com/office/drawing/2014/main" id="{C903CADD-91FA-8167-01E6-4CF8DFB77FEB}"/>
              </a:ext>
            </a:extLst>
          </p:cNvPr>
          <p:cNvSpPr>
            <a:spLocks noGrp="1"/>
          </p:cNvSpPr>
          <p:nvPr>
            <p:ph type="sldNum" sz="quarter" idx="12"/>
          </p:nvPr>
        </p:nvSpPr>
        <p:spPr/>
        <p:txBody>
          <a:bodyPr/>
          <a:lstStyle/>
          <a:p>
            <a:fld id="{6AF31BF5-688A-4747-8C44-E15F0E3A2836}" type="slidenum">
              <a:rPr lang="uk-UA" smtClean="0"/>
              <a:t>‹№›</a:t>
            </a:fld>
            <a:endParaRPr lang="uk-UA"/>
          </a:p>
        </p:txBody>
      </p:sp>
    </p:spTree>
    <p:extLst>
      <p:ext uri="{BB962C8B-B14F-4D97-AF65-F5344CB8AC3E}">
        <p14:creationId xmlns:p14="http://schemas.microsoft.com/office/powerpoint/2010/main" val="13468022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і вертикальни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04C32FA-E533-42D0-5F8C-838575526EA3}"/>
              </a:ext>
            </a:extLst>
          </p:cNvPr>
          <p:cNvSpPr>
            <a:spLocks noGrp="1"/>
          </p:cNvSpPr>
          <p:nvPr>
            <p:ph type="title"/>
          </p:nvPr>
        </p:nvSpPr>
        <p:spPr/>
        <p:txBody>
          <a:bodyPr/>
          <a:lstStyle/>
          <a:p>
            <a:r>
              <a:rPr lang="uk-UA"/>
              <a:t>Клацніть, щоб редагувати стиль зразка заголовка</a:t>
            </a:r>
          </a:p>
        </p:txBody>
      </p:sp>
      <p:sp>
        <p:nvSpPr>
          <p:cNvPr id="3" name="Місце для вертикального тексту 2">
            <a:extLst>
              <a:ext uri="{FF2B5EF4-FFF2-40B4-BE49-F238E27FC236}">
                <a16:creationId xmlns:a16="http://schemas.microsoft.com/office/drawing/2014/main" id="{DE1DED3A-F59C-E166-486E-7F18CD7AEC5C}"/>
              </a:ext>
            </a:extLst>
          </p:cNvPr>
          <p:cNvSpPr>
            <a:spLocks noGrp="1"/>
          </p:cNvSpPr>
          <p:nvPr>
            <p:ph type="body" orient="vert" idx="1"/>
          </p:nvPr>
        </p:nvSpPr>
        <p:spPr/>
        <p:txBody>
          <a:bodyPr vert="eaVe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4" name="Місце для дати 3">
            <a:extLst>
              <a:ext uri="{FF2B5EF4-FFF2-40B4-BE49-F238E27FC236}">
                <a16:creationId xmlns:a16="http://schemas.microsoft.com/office/drawing/2014/main" id="{47E80C8E-0CFC-40BA-949F-7B437726C6F5}"/>
              </a:ext>
            </a:extLst>
          </p:cNvPr>
          <p:cNvSpPr>
            <a:spLocks noGrp="1"/>
          </p:cNvSpPr>
          <p:nvPr>
            <p:ph type="dt" sz="half" idx="10"/>
          </p:nvPr>
        </p:nvSpPr>
        <p:spPr/>
        <p:txBody>
          <a:bodyPr/>
          <a:lstStyle/>
          <a:p>
            <a:fld id="{DB33EC55-4317-4C24-8A80-E47CD173D3D8}" type="datetimeFigureOut">
              <a:rPr lang="uk-UA" smtClean="0"/>
              <a:t>15.01.2026</a:t>
            </a:fld>
            <a:endParaRPr lang="uk-UA"/>
          </a:p>
        </p:txBody>
      </p:sp>
      <p:sp>
        <p:nvSpPr>
          <p:cNvPr id="5" name="Місце для нижнього колонтитула 4">
            <a:extLst>
              <a:ext uri="{FF2B5EF4-FFF2-40B4-BE49-F238E27FC236}">
                <a16:creationId xmlns:a16="http://schemas.microsoft.com/office/drawing/2014/main" id="{5C1DF5AC-E639-A5BB-42A4-5E5EB30468E9}"/>
              </a:ext>
            </a:extLst>
          </p:cNvPr>
          <p:cNvSpPr>
            <a:spLocks noGrp="1"/>
          </p:cNvSpPr>
          <p:nvPr>
            <p:ph type="ftr" sz="quarter" idx="11"/>
          </p:nvPr>
        </p:nvSpPr>
        <p:spPr/>
        <p:txBody>
          <a:bodyPr/>
          <a:lstStyle/>
          <a:p>
            <a:endParaRPr lang="uk-UA"/>
          </a:p>
        </p:txBody>
      </p:sp>
      <p:sp>
        <p:nvSpPr>
          <p:cNvPr id="6" name="Місце для номера слайда 5">
            <a:extLst>
              <a:ext uri="{FF2B5EF4-FFF2-40B4-BE49-F238E27FC236}">
                <a16:creationId xmlns:a16="http://schemas.microsoft.com/office/drawing/2014/main" id="{C1EB6DAD-4FE1-DCAC-ED73-F7EC3E8CF917}"/>
              </a:ext>
            </a:extLst>
          </p:cNvPr>
          <p:cNvSpPr>
            <a:spLocks noGrp="1"/>
          </p:cNvSpPr>
          <p:nvPr>
            <p:ph type="sldNum" sz="quarter" idx="12"/>
          </p:nvPr>
        </p:nvSpPr>
        <p:spPr/>
        <p:txBody>
          <a:bodyPr/>
          <a:lstStyle/>
          <a:p>
            <a:fld id="{6AF31BF5-688A-4747-8C44-E15F0E3A2836}" type="slidenum">
              <a:rPr lang="uk-UA" smtClean="0"/>
              <a:t>‹№›</a:t>
            </a:fld>
            <a:endParaRPr lang="uk-UA"/>
          </a:p>
        </p:txBody>
      </p:sp>
    </p:spTree>
    <p:extLst>
      <p:ext uri="{BB962C8B-B14F-4D97-AF65-F5344CB8AC3E}">
        <p14:creationId xmlns:p14="http://schemas.microsoft.com/office/powerpoint/2010/main" val="22341855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ий заголовок і текст">
    <p:spTree>
      <p:nvGrpSpPr>
        <p:cNvPr id="1" name=""/>
        <p:cNvGrpSpPr/>
        <p:nvPr/>
      </p:nvGrpSpPr>
      <p:grpSpPr>
        <a:xfrm>
          <a:off x="0" y="0"/>
          <a:ext cx="0" cy="0"/>
          <a:chOff x="0" y="0"/>
          <a:chExt cx="0" cy="0"/>
        </a:xfrm>
      </p:grpSpPr>
      <p:sp>
        <p:nvSpPr>
          <p:cNvPr id="2" name="Вертикальний заголовок 1">
            <a:extLst>
              <a:ext uri="{FF2B5EF4-FFF2-40B4-BE49-F238E27FC236}">
                <a16:creationId xmlns:a16="http://schemas.microsoft.com/office/drawing/2014/main" id="{7CA73A80-9F2B-34F9-1260-8817929E4C1D}"/>
              </a:ext>
            </a:extLst>
          </p:cNvPr>
          <p:cNvSpPr>
            <a:spLocks noGrp="1"/>
          </p:cNvSpPr>
          <p:nvPr>
            <p:ph type="title" orient="vert"/>
          </p:nvPr>
        </p:nvSpPr>
        <p:spPr>
          <a:xfrm>
            <a:off x="8724900" y="365125"/>
            <a:ext cx="2628900" cy="5811838"/>
          </a:xfrm>
        </p:spPr>
        <p:txBody>
          <a:bodyPr vert="eaVert"/>
          <a:lstStyle/>
          <a:p>
            <a:r>
              <a:rPr lang="uk-UA"/>
              <a:t>Клацніть, щоб редагувати стиль зразка заголовка</a:t>
            </a:r>
          </a:p>
        </p:txBody>
      </p:sp>
      <p:sp>
        <p:nvSpPr>
          <p:cNvPr id="3" name="Місце для вертикального тексту 2">
            <a:extLst>
              <a:ext uri="{FF2B5EF4-FFF2-40B4-BE49-F238E27FC236}">
                <a16:creationId xmlns:a16="http://schemas.microsoft.com/office/drawing/2014/main" id="{6F74469E-02DD-E989-3456-7A1572467BD2}"/>
              </a:ext>
            </a:extLst>
          </p:cNvPr>
          <p:cNvSpPr>
            <a:spLocks noGrp="1"/>
          </p:cNvSpPr>
          <p:nvPr>
            <p:ph type="body" orient="vert" idx="1"/>
          </p:nvPr>
        </p:nvSpPr>
        <p:spPr>
          <a:xfrm>
            <a:off x="838200" y="365125"/>
            <a:ext cx="7734300" cy="5811838"/>
          </a:xfrm>
        </p:spPr>
        <p:txBody>
          <a:bodyPr vert="eaVe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4" name="Місце для дати 3">
            <a:extLst>
              <a:ext uri="{FF2B5EF4-FFF2-40B4-BE49-F238E27FC236}">
                <a16:creationId xmlns:a16="http://schemas.microsoft.com/office/drawing/2014/main" id="{C167BBA4-CA8C-93BE-E0B6-805382761A5C}"/>
              </a:ext>
            </a:extLst>
          </p:cNvPr>
          <p:cNvSpPr>
            <a:spLocks noGrp="1"/>
          </p:cNvSpPr>
          <p:nvPr>
            <p:ph type="dt" sz="half" idx="10"/>
          </p:nvPr>
        </p:nvSpPr>
        <p:spPr/>
        <p:txBody>
          <a:bodyPr/>
          <a:lstStyle/>
          <a:p>
            <a:fld id="{DB33EC55-4317-4C24-8A80-E47CD173D3D8}" type="datetimeFigureOut">
              <a:rPr lang="uk-UA" smtClean="0"/>
              <a:t>15.01.2026</a:t>
            </a:fld>
            <a:endParaRPr lang="uk-UA"/>
          </a:p>
        </p:txBody>
      </p:sp>
      <p:sp>
        <p:nvSpPr>
          <p:cNvPr id="5" name="Місце для нижнього колонтитула 4">
            <a:extLst>
              <a:ext uri="{FF2B5EF4-FFF2-40B4-BE49-F238E27FC236}">
                <a16:creationId xmlns:a16="http://schemas.microsoft.com/office/drawing/2014/main" id="{1FC9D6C2-FA54-719F-BC26-AE188A7A1BE6}"/>
              </a:ext>
            </a:extLst>
          </p:cNvPr>
          <p:cNvSpPr>
            <a:spLocks noGrp="1"/>
          </p:cNvSpPr>
          <p:nvPr>
            <p:ph type="ftr" sz="quarter" idx="11"/>
          </p:nvPr>
        </p:nvSpPr>
        <p:spPr/>
        <p:txBody>
          <a:bodyPr/>
          <a:lstStyle/>
          <a:p>
            <a:endParaRPr lang="uk-UA"/>
          </a:p>
        </p:txBody>
      </p:sp>
      <p:sp>
        <p:nvSpPr>
          <p:cNvPr id="6" name="Місце для номера слайда 5">
            <a:extLst>
              <a:ext uri="{FF2B5EF4-FFF2-40B4-BE49-F238E27FC236}">
                <a16:creationId xmlns:a16="http://schemas.microsoft.com/office/drawing/2014/main" id="{0349AFE2-7AF9-D3C8-D5E3-793EE75014BB}"/>
              </a:ext>
            </a:extLst>
          </p:cNvPr>
          <p:cNvSpPr>
            <a:spLocks noGrp="1"/>
          </p:cNvSpPr>
          <p:nvPr>
            <p:ph type="sldNum" sz="quarter" idx="12"/>
          </p:nvPr>
        </p:nvSpPr>
        <p:spPr/>
        <p:txBody>
          <a:bodyPr/>
          <a:lstStyle/>
          <a:p>
            <a:fld id="{6AF31BF5-688A-4747-8C44-E15F0E3A2836}" type="slidenum">
              <a:rPr lang="uk-UA" smtClean="0"/>
              <a:t>‹№›</a:t>
            </a:fld>
            <a:endParaRPr lang="uk-UA"/>
          </a:p>
        </p:txBody>
      </p:sp>
    </p:spTree>
    <p:extLst>
      <p:ext uri="{BB962C8B-B14F-4D97-AF65-F5344CB8AC3E}">
        <p14:creationId xmlns:p14="http://schemas.microsoft.com/office/powerpoint/2010/main" val="8768202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Місце для заголовка 1">
            <a:extLst>
              <a:ext uri="{FF2B5EF4-FFF2-40B4-BE49-F238E27FC236}">
                <a16:creationId xmlns:a16="http://schemas.microsoft.com/office/drawing/2014/main" id="{3BC00E04-3F1D-2046-2EC7-8F234A5A4D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uk-UA"/>
              <a:t>Клацніть, щоб редагувати стиль зразка заголовка</a:t>
            </a:r>
          </a:p>
        </p:txBody>
      </p:sp>
      <p:sp>
        <p:nvSpPr>
          <p:cNvPr id="3" name="Місце для тексту 2">
            <a:extLst>
              <a:ext uri="{FF2B5EF4-FFF2-40B4-BE49-F238E27FC236}">
                <a16:creationId xmlns:a16="http://schemas.microsoft.com/office/drawing/2014/main" id="{4417E9F5-8118-1132-38D5-6241A6194B8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4" name="Місце для дати 3">
            <a:extLst>
              <a:ext uri="{FF2B5EF4-FFF2-40B4-BE49-F238E27FC236}">
                <a16:creationId xmlns:a16="http://schemas.microsoft.com/office/drawing/2014/main" id="{5B02D547-C016-3B8D-CA9E-0C36A16074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33EC55-4317-4C24-8A80-E47CD173D3D8}" type="datetimeFigureOut">
              <a:rPr lang="uk-UA" smtClean="0"/>
              <a:t>15.01.2026</a:t>
            </a:fld>
            <a:endParaRPr lang="uk-UA"/>
          </a:p>
        </p:txBody>
      </p:sp>
      <p:sp>
        <p:nvSpPr>
          <p:cNvPr id="5" name="Місце для нижнього колонтитула 4">
            <a:extLst>
              <a:ext uri="{FF2B5EF4-FFF2-40B4-BE49-F238E27FC236}">
                <a16:creationId xmlns:a16="http://schemas.microsoft.com/office/drawing/2014/main" id="{5DB736CF-8693-C69C-0E07-73CA7B856EE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uk-UA"/>
          </a:p>
        </p:txBody>
      </p:sp>
      <p:sp>
        <p:nvSpPr>
          <p:cNvPr id="6" name="Місце для номера слайда 5">
            <a:extLst>
              <a:ext uri="{FF2B5EF4-FFF2-40B4-BE49-F238E27FC236}">
                <a16:creationId xmlns:a16="http://schemas.microsoft.com/office/drawing/2014/main" id="{7A62D074-1851-67E7-D2EA-DBB9BE46FE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F31BF5-688A-4747-8C44-E15F0E3A2836}" type="slidenum">
              <a:rPr lang="uk-UA" smtClean="0"/>
              <a:t>‹№›</a:t>
            </a:fld>
            <a:endParaRPr lang="uk-UA"/>
          </a:p>
        </p:txBody>
      </p:sp>
    </p:spTree>
    <p:extLst>
      <p:ext uri="{BB962C8B-B14F-4D97-AF65-F5344CB8AC3E}">
        <p14:creationId xmlns:p14="http://schemas.microsoft.com/office/powerpoint/2010/main" val="27147869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C86A884-6E29-BB5A-464F-C195A9903F21}"/>
              </a:ext>
            </a:extLst>
          </p:cNvPr>
          <p:cNvSpPr>
            <a:spLocks noGrp="1"/>
          </p:cNvSpPr>
          <p:nvPr>
            <p:ph type="ctrTitle"/>
          </p:nvPr>
        </p:nvSpPr>
        <p:spPr>
          <a:xfrm>
            <a:off x="1464039" y="1140431"/>
            <a:ext cx="9144000" cy="2288569"/>
          </a:xfrm>
        </p:spPr>
        <p:txBody>
          <a:bodyPr>
            <a:normAutofit fontScale="90000"/>
          </a:bodyPr>
          <a:lstStyle/>
          <a:p>
            <a:r>
              <a:rPr lang="uk-UA" b="1" dirty="0">
                <a:solidFill>
                  <a:srgbClr val="002060"/>
                </a:solidFill>
              </a:rPr>
              <a:t>Проблеми створення нового покоління стандартів вищої освіти</a:t>
            </a:r>
            <a:endParaRPr lang="uk-UA" b="1" noProof="0" dirty="0">
              <a:solidFill>
                <a:srgbClr val="002060"/>
              </a:solidFill>
            </a:endParaRPr>
          </a:p>
        </p:txBody>
      </p:sp>
      <p:sp>
        <p:nvSpPr>
          <p:cNvPr id="3" name="Підзаголовок 2">
            <a:extLst>
              <a:ext uri="{FF2B5EF4-FFF2-40B4-BE49-F238E27FC236}">
                <a16:creationId xmlns:a16="http://schemas.microsoft.com/office/drawing/2014/main" id="{246AFADA-9CAD-CA60-CCC7-7612F82CB7E1}"/>
              </a:ext>
            </a:extLst>
          </p:cNvPr>
          <p:cNvSpPr>
            <a:spLocks noGrp="1"/>
          </p:cNvSpPr>
          <p:nvPr>
            <p:ph type="subTitle" idx="1"/>
          </p:nvPr>
        </p:nvSpPr>
        <p:spPr/>
        <p:txBody>
          <a:bodyPr>
            <a:normAutofit fontScale="77500" lnSpcReduction="20000"/>
          </a:bodyPr>
          <a:lstStyle/>
          <a:p>
            <a:r>
              <a:rPr lang="uk-UA" noProof="0" dirty="0">
                <a:solidFill>
                  <a:srgbClr val="002060"/>
                </a:solidFill>
              </a:rPr>
              <a:t>Володимир Бахрушин</a:t>
            </a:r>
          </a:p>
          <a:p>
            <a:r>
              <a:rPr lang="uk-UA" noProof="0" dirty="0">
                <a:solidFill>
                  <a:srgbClr val="002060"/>
                </a:solidFill>
              </a:rPr>
              <a:t>Професор, д.ф.-</a:t>
            </a:r>
            <a:r>
              <a:rPr lang="uk-UA" noProof="0" dirty="0" err="1">
                <a:solidFill>
                  <a:srgbClr val="002060"/>
                </a:solidFill>
              </a:rPr>
              <a:t>м.н</a:t>
            </a:r>
            <a:r>
              <a:rPr lang="uk-UA" noProof="0" dirty="0">
                <a:solidFill>
                  <a:srgbClr val="002060"/>
                </a:solidFill>
              </a:rPr>
              <a:t>.</a:t>
            </a:r>
          </a:p>
          <a:p>
            <a:r>
              <a:rPr lang="uk-UA" noProof="0" dirty="0">
                <a:solidFill>
                  <a:srgbClr val="002060"/>
                </a:solidFill>
              </a:rPr>
              <a:t>Координатор сектору вищої освіти Науково-методичної ради, МОН;</a:t>
            </a:r>
          </a:p>
          <a:p>
            <a:r>
              <a:rPr lang="uk-UA" noProof="0" dirty="0">
                <a:solidFill>
                  <a:srgbClr val="002060"/>
                </a:solidFill>
              </a:rPr>
              <a:t> Національний університет «Запорізька політехніка», </a:t>
            </a:r>
          </a:p>
          <a:p>
            <a:r>
              <a:rPr lang="uk-UA" noProof="0" dirty="0">
                <a:solidFill>
                  <a:srgbClr val="002060"/>
                </a:solidFill>
              </a:rPr>
              <a:t>Національна команда експертів з реформування вищої освіти</a:t>
            </a:r>
          </a:p>
          <a:p>
            <a:endParaRPr lang="uk-UA" noProof="0" dirty="0">
              <a:solidFill>
                <a:srgbClr val="002060"/>
              </a:solidFill>
            </a:endParaRPr>
          </a:p>
        </p:txBody>
      </p:sp>
      <p:sp>
        <p:nvSpPr>
          <p:cNvPr id="4" name="TextBox 3">
            <a:extLst>
              <a:ext uri="{FF2B5EF4-FFF2-40B4-BE49-F238E27FC236}">
                <a16:creationId xmlns:a16="http://schemas.microsoft.com/office/drawing/2014/main" id="{4D45F1D3-1D1C-C87D-2F16-563CD98F88E7}"/>
              </a:ext>
            </a:extLst>
          </p:cNvPr>
          <p:cNvSpPr txBox="1"/>
          <p:nvPr/>
        </p:nvSpPr>
        <p:spPr>
          <a:xfrm>
            <a:off x="3049236" y="498899"/>
            <a:ext cx="6093528" cy="369332"/>
          </a:xfrm>
          <a:prstGeom prst="rect">
            <a:avLst/>
          </a:prstGeom>
          <a:noFill/>
        </p:spPr>
        <p:txBody>
          <a:bodyPr wrap="none" rtlCol="0">
            <a:spAutoFit/>
          </a:bodyPr>
          <a:lstStyle/>
          <a:p>
            <a:r>
              <a:rPr lang="uk-UA" noProof="0" dirty="0">
                <a:solidFill>
                  <a:srgbClr val="002060"/>
                </a:solidFill>
              </a:rPr>
              <a:t>Онлайн-тренінг щодо розроблення стандартів вищої освіти</a:t>
            </a:r>
          </a:p>
        </p:txBody>
      </p:sp>
      <p:sp>
        <p:nvSpPr>
          <p:cNvPr id="5" name="TextBox 4">
            <a:extLst>
              <a:ext uri="{FF2B5EF4-FFF2-40B4-BE49-F238E27FC236}">
                <a16:creationId xmlns:a16="http://schemas.microsoft.com/office/drawing/2014/main" id="{437766DB-6AB8-B8D8-0329-D0D65F20277E}"/>
              </a:ext>
            </a:extLst>
          </p:cNvPr>
          <p:cNvSpPr txBox="1"/>
          <p:nvPr/>
        </p:nvSpPr>
        <p:spPr>
          <a:xfrm>
            <a:off x="5020186" y="6068944"/>
            <a:ext cx="1542410" cy="369332"/>
          </a:xfrm>
          <a:prstGeom prst="rect">
            <a:avLst/>
          </a:prstGeom>
          <a:noFill/>
        </p:spPr>
        <p:txBody>
          <a:bodyPr wrap="none" rtlCol="0">
            <a:spAutoFit/>
          </a:bodyPr>
          <a:lstStyle/>
          <a:p>
            <a:r>
              <a:rPr lang="uk-UA" noProof="0" dirty="0">
                <a:solidFill>
                  <a:srgbClr val="002060"/>
                </a:solidFill>
              </a:rPr>
              <a:t>14 січня, 2026</a:t>
            </a:r>
          </a:p>
        </p:txBody>
      </p:sp>
    </p:spTree>
    <p:extLst>
      <p:ext uri="{BB962C8B-B14F-4D97-AF65-F5344CB8AC3E}">
        <p14:creationId xmlns:p14="http://schemas.microsoft.com/office/powerpoint/2010/main" val="18922207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B97750A-027D-C8E3-7D3F-EA92976475C6}"/>
              </a:ext>
            </a:extLst>
          </p:cNvPr>
          <p:cNvSpPr>
            <a:spLocks noGrp="1"/>
          </p:cNvSpPr>
          <p:nvPr>
            <p:ph type="title"/>
          </p:nvPr>
        </p:nvSpPr>
        <p:spPr/>
        <p:txBody>
          <a:bodyPr/>
          <a:lstStyle/>
          <a:p>
            <a:r>
              <a:rPr lang="uk-UA" b="1" dirty="0">
                <a:solidFill>
                  <a:srgbClr val="002060"/>
                </a:solidFill>
              </a:rPr>
              <a:t>Що зроблено і що треба зробити?</a:t>
            </a:r>
            <a:endParaRPr lang="LID4096" b="1" dirty="0">
              <a:solidFill>
                <a:srgbClr val="002060"/>
              </a:solidFill>
            </a:endParaRPr>
          </a:p>
        </p:txBody>
      </p:sp>
      <p:sp>
        <p:nvSpPr>
          <p:cNvPr id="3" name="Місце для вмісту 2">
            <a:extLst>
              <a:ext uri="{FF2B5EF4-FFF2-40B4-BE49-F238E27FC236}">
                <a16:creationId xmlns:a16="http://schemas.microsoft.com/office/drawing/2014/main" id="{2AC90C5A-ABAC-BE60-ACC7-CEE27E7CC377}"/>
              </a:ext>
            </a:extLst>
          </p:cNvPr>
          <p:cNvSpPr>
            <a:spLocks noGrp="1"/>
          </p:cNvSpPr>
          <p:nvPr>
            <p:ph idx="1"/>
          </p:nvPr>
        </p:nvSpPr>
        <p:spPr/>
        <p:txBody>
          <a:bodyPr>
            <a:normAutofit fontScale="92500"/>
          </a:bodyPr>
          <a:lstStyle/>
          <a:p>
            <a:pPr marL="0" indent="0">
              <a:buNone/>
            </a:pPr>
            <a:r>
              <a:rPr lang="uk-UA" dirty="0"/>
              <a:t>Зроблено: </a:t>
            </a:r>
          </a:p>
          <a:p>
            <a:pPr>
              <a:buClr>
                <a:srgbClr val="002060"/>
              </a:buClr>
              <a:buFont typeface="Wingdings" panose="05000000000000000000" pitchFamily="2" charset="2"/>
              <a:buChar char="ü"/>
            </a:pPr>
            <a:r>
              <a:rPr lang="uk-UA" dirty="0"/>
              <a:t>Описи предметних областей всіх спеціальностей</a:t>
            </a:r>
          </a:p>
          <a:p>
            <a:pPr>
              <a:buClr>
                <a:srgbClr val="002060"/>
              </a:buClr>
              <a:buFont typeface="Wingdings" panose="05000000000000000000" pitchFamily="2" charset="2"/>
              <a:buChar char="ü"/>
            </a:pPr>
            <a:r>
              <a:rPr lang="uk-UA" dirty="0"/>
              <a:t>Перелік «регульованих спеціальностей»</a:t>
            </a:r>
          </a:p>
          <a:p>
            <a:endParaRPr lang="uk-UA" dirty="0"/>
          </a:p>
          <a:p>
            <a:pPr marL="0" indent="0">
              <a:buNone/>
            </a:pPr>
            <a:r>
              <a:rPr lang="uk-UA" dirty="0"/>
              <a:t>Треба зробити:</a:t>
            </a:r>
          </a:p>
          <a:p>
            <a:pPr>
              <a:buClr>
                <a:srgbClr val="002060"/>
              </a:buClr>
              <a:buFont typeface="Wingdings" panose="05000000000000000000" pitchFamily="2" charset="2"/>
              <a:buChar char="ü"/>
            </a:pPr>
            <a:r>
              <a:rPr lang="uk-UA" dirty="0"/>
              <a:t>Переліки освітніх програм для «регульованих спеціальностей»</a:t>
            </a:r>
          </a:p>
          <a:p>
            <a:pPr>
              <a:buClr>
                <a:srgbClr val="002060"/>
              </a:buClr>
              <a:buFont typeface="Wingdings" panose="05000000000000000000" pitchFamily="2" charset="2"/>
              <a:buChar char="ü"/>
            </a:pPr>
            <a:r>
              <a:rPr lang="uk-UA" dirty="0"/>
              <a:t>Вимоги до загальних </a:t>
            </a:r>
            <a:r>
              <a:rPr lang="uk-UA" dirty="0" err="1"/>
              <a:t>компетентностей</a:t>
            </a:r>
            <a:endParaRPr lang="uk-UA" dirty="0"/>
          </a:p>
          <a:p>
            <a:pPr>
              <a:buClr>
                <a:srgbClr val="002060"/>
              </a:buClr>
              <a:buFont typeface="Wingdings" panose="05000000000000000000" pitchFamily="2" charset="2"/>
              <a:buChar char="ü"/>
            </a:pPr>
            <a:r>
              <a:rPr lang="uk-UA" dirty="0"/>
              <a:t>Вимоги до спеціальних </a:t>
            </a:r>
            <a:r>
              <a:rPr lang="uk-UA" dirty="0" err="1"/>
              <a:t>компетентностей</a:t>
            </a:r>
            <a:endParaRPr lang="uk-UA" dirty="0"/>
          </a:p>
          <a:p>
            <a:pPr>
              <a:buClr>
                <a:srgbClr val="002060"/>
              </a:buClr>
              <a:buFont typeface="Wingdings" panose="05000000000000000000" pitchFamily="2" charset="2"/>
              <a:buChar char="ü"/>
            </a:pPr>
            <a:r>
              <a:rPr lang="uk-UA" dirty="0"/>
              <a:t>Вимоги до результатів навчання для «регульованих спеціальностей»</a:t>
            </a:r>
            <a:endParaRPr lang="LID4096" dirty="0"/>
          </a:p>
        </p:txBody>
      </p:sp>
    </p:spTree>
    <p:extLst>
      <p:ext uri="{BB962C8B-B14F-4D97-AF65-F5344CB8AC3E}">
        <p14:creationId xmlns:p14="http://schemas.microsoft.com/office/powerpoint/2010/main" val="31566520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1922D20-9BAD-3DA3-2ECA-140DAFED5F13}"/>
              </a:ext>
            </a:extLst>
          </p:cNvPr>
          <p:cNvSpPr>
            <a:spLocks noGrp="1"/>
          </p:cNvSpPr>
          <p:nvPr>
            <p:ph type="title"/>
          </p:nvPr>
        </p:nvSpPr>
        <p:spPr/>
        <p:txBody>
          <a:bodyPr/>
          <a:lstStyle/>
          <a:p>
            <a:r>
              <a:rPr lang="uk-UA" b="1" dirty="0">
                <a:solidFill>
                  <a:srgbClr val="002060"/>
                </a:solidFill>
              </a:rPr>
              <a:t>Основні проблеми</a:t>
            </a:r>
            <a:endParaRPr lang="LID4096" b="1" dirty="0">
              <a:solidFill>
                <a:srgbClr val="002060"/>
              </a:solidFill>
            </a:endParaRPr>
          </a:p>
        </p:txBody>
      </p:sp>
      <p:sp>
        <p:nvSpPr>
          <p:cNvPr id="3" name="Місце для вмісту 2">
            <a:extLst>
              <a:ext uri="{FF2B5EF4-FFF2-40B4-BE49-F238E27FC236}">
                <a16:creationId xmlns:a16="http://schemas.microsoft.com/office/drawing/2014/main" id="{BBC9CC22-FE49-FE57-0726-F95701C29A69}"/>
              </a:ext>
            </a:extLst>
          </p:cNvPr>
          <p:cNvSpPr>
            <a:spLocks noGrp="1"/>
          </p:cNvSpPr>
          <p:nvPr>
            <p:ph idx="1"/>
          </p:nvPr>
        </p:nvSpPr>
        <p:spPr/>
        <p:txBody>
          <a:bodyPr>
            <a:normAutofit/>
          </a:bodyPr>
          <a:lstStyle/>
          <a:p>
            <a:pPr>
              <a:buClr>
                <a:srgbClr val="002060"/>
              </a:buClr>
              <a:buFont typeface="Wingdings" panose="05000000000000000000" pitchFamily="2" charset="2"/>
              <a:buChar char="Ø"/>
            </a:pPr>
            <a:r>
              <a:rPr lang="uk-UA" dirty="0"/>
              <a:t>Залишаються перетини предметних областей – проблеми переліку спеціальностей.</a:t>
            </a:r>
          </a:p>
          <a:p>
            <a:pPr>
              <a:buClr>
                <a:srgbClr val="002060"/>
              </a:buClr>
              <a:buFont typeface="Wingdings" panose="05000000000000000000" pitchFamily="2" charset="2"/>
              <a:buChar char="Ø"/>
            </a:pPr>
            <a:r>
              <a:rPr lang="uk-UA" dirty="0"/>
              <a:t>Порожнини, що не потрапляють під жодну спеціальність. </a:t>
            </a:r>
          </a:p>
          <a:p>
            <a:pPr>
              <a:buClr>
                <a:srgbClr val="002060"/>
              </a:buClr>
              <a:buFont typeface="Wingdings" panose="05000000000000000000" pitchFamily="2" charset="2"/>
              <a:buChar char="Ø"/>
            </a:pPr>
            <a:r>
              <a:rPr lang="uk-UA" dirty="0"/>
              <a:t>Намагання зберегти в стандартах «обов'язкові дисципліни».</a:t>
            </a:r>
          </a:p>
          <a:p>
            <a:pPr>
              <a:buClr>
                <a:srgbClr val="002060"/>
              </a:buClr>
              <a:buFont typeface="Wingdings" panose="05000000000000000000" pitchFamily="2" charset="2"/>
              <a:buChar char="Ø"/>
            </a:pPr>
            <a:r>
              <a:rPr lang="uk-UA" dirty="0"/>
              <a:t>Плутанина між теоретичним змістом, об'єктами, методами та інструментами.</a:t>
            </a:r>
          </a:p>
          <a:p>
            <a:pPr>
              <a:buClr>
                <a:srgbClr val="002060"/>
              </a:buClr>
              <a:buFont typeface="Wingdings" panose="05000000000000000000" pitchFamily="2" charset="2"/>
              <a:buChar char="Ø"/>
            </a:pPr>
            <a:r>
              <a:rPr lang="uk-UA" dirty="0"/>
              <a:t>Основні освітні програми, включення, виключення.</a:t>
            </a:r>
          </a:p>
          <a:p>
            <a:pPr marL="0" indent="0">
              <a:buNone/>
            </a:pPr>
            <a:endParaRPr lang="LID4096" dirty="0"/>
          </a:p>
        </p:txBody>
      </p:sp>
    </p:spTree>
    <p:extLst>
      <p:ext uri="{BB962C8B-B14F-4D97-AF65-F5344CB8AC3E}">
        <p14:creationId xmlns:p14="http://schemas.microsoft.com/office/powerpoint/2010/main" val="37348955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кутник 3">
            <a:extLst>
              <a:ext uri="{FF2B5EF4-FFF2-40B4-BE49-F238E27FC236}">
                <a16:creationId xmlns:a16="http://schemas.microsoft.com/office/drawing/2014/main" id="{714FDB9C-E680-8820-6B5A-2D528E61FF1E}"/>
              </a:ext>
            </a:extLst>
          </p:cNvPr>
          <p:cNvSpPr/>
          <p:nvPr/>
        </p:nvSpPr>
        <p:spPr>
          <a:xfrm>
            <a:off x="625010" y="1042842"/>
            <a:ext cx="10941979" cy="3416320"/>
          </a:xfrm>
          <a:prstGeom prst="rect">
            <a:avLst/>
          </a:prstGeom>
          <a:noFill/>
        </p:spPr>
        <p:txBody>
          <a:bodyPr wrap="square" lIns="91440" tIns="45720" rIns="91440" bIns="45720">
            <a:spAutoFit/>
          </a:bodyPr>
          <a:lstStyle/>
          <a:p>
            <a:pPr algn="ctr"/>
            <a:r>
              <a:rPr lang="uk-UA" sz="5400" b="1" cap="none" spc="0" dirty="0">
                <a:ln w="12700">
                  <a:solidFill>
                    <a:schemeClr val="accent1"/>
                  </a:solidFill>
                  <a:prstDash val="solid"/>
                </a:ln>
                <a:solidFill>
                  <a:srgbClr val="002060"/>
                </a:solidFill>
                <a:effectLst>
                  <a:outerShdw dist="38100" dir="2640000" algn="bl" rotWithShape="0">
                    <a:schemeClr val="accent1"/>
                  </a:outerShdw>
                </a:effectLst>
              </a:rPr>
              <a:t>Опис предметної області – це лише частина стандарту.</a:t>
            </a:r>
          </a:p>
          <a:p>
            <a:pPr algn="ctr"/>
            <a:r>
              <a:rPr lang="uk-UA" sz="5400" b="1" dirty="0">
                <a:ln w="12700">
                  <a:solidFill>
                    <a:schemeClr val="accent1"/>
                  </a:solidFill>
                  <a:prstDash val="solid"/>
                </a:ln>
                <a:solidFill>
                  <a:srgbClr val="002060"/>
                </a:solidFill>
                <a:effectLst>
                  <a:outerShdw dist="38100" dir="2640000" algn="bl" rotWithShape="0">
                    <a:schemeClr val="accent1"/>
                  </a:outerShdw>
                </a:effectLst>
              </a:rPr>
              <a:t>Не треба намагатися у ньому написати про все.</a:t>
            </a:r>
            <a:endParaRPr lang="uk-UA" sz="5400" b="1" cap="none" spc="0" dirty="0">
              <a:ln w="12700">
                <a:solidFill>
                  <a:schemeClr val="accent1"/>
                </a:solidFill>
                <a:prstDash val="solid"/>
              </a:ln>
              <a:solidFill>
                <a:srgbClr val="002060"/>
              </a:solidFill>
              <a:effectLst>
                <a:outerShdw dist="38100" dir="2640000" algn="bl" rotWithShape="0">
                  <a:schemeClr val="accent1"/>
                </a:outerShdw>
              </a:effectLst>
            </a:endParaRPr>
          </a:p>
        </p:txBody>
      </p:sp>
    </p:spTree>
    <p:extLst>
      <p:ext uri="{BB962C8B-B14F-4D97-AF65-F5344CB8AC3E}">
        <p14:creationId xmlns:p14="http://schemas.microsoft.com/office/powerpoint/2010/main" val="3386732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DCC69B6-AC47-DE01-7C76-F77B053C4293}"/>
              </a:ext>
            </a:extLst>
          </p:cNvPr>
          <p:cNvSpPr>
            <a:spLocks noGrp="1"/>
          </p:cNvSpPr>
          <p:nvPr>
            <p:ph type="title"/>
          </p:nvPr>
        </p:nvSpPr>
        <p:spPr>
          <a:xfrm>
            <a:off x="838200" y="406222"/>
            <a:ext cx="10515600" cy="1325563"/>
          </a:xfrm>
        </p:spPr>
        <p:txBody>
          <a:bodyPr>
            <a:normAutofit fontScale="90000"/>
          </a:bodyPr>
          <a:lstStyle/>
          <a:p>
            <a:r>
              <a:rPr lang="uk-UA" b="1" dirty="0">
                <a:solidFill>
                  <a:srgbClr val="002060"/>
                </a:solidFill>
              </a:rPr>
              <a:t>Освітні програми для «регульованих спеціальностей»</a:t>
            </a:r>
            <a:br>
              <a:rPr lang="uk-UA" dirty="0"/>
            </a:br>
            <a:endParaRPr lang="LID4096" dirty="0"/>
          </a:p>
        </p:txBody>
      </p:sp>
      <p:sp>
        <p:nvSpPr>
          <p:cNvPr id="3" name="Місце для вмісту 2">
            <a:extLst>
              <a:ext uri="{FF2B5EF4-FFF2-40B4-BE49-F238E27FC236}">
                <a16:creationId xmlns:a16="http://schemas.microsoft.com/office/drawing/2014/main" id="{5D02FEB2-F690-CB68-81EB-8270FC2BA077}"/>
              </a:ext>
            </a:extLst>
          </p:cNvPr>
          <p:cNvSpPr>
            <a:spLocks noGrp="1"/>
          </p:cNvSpPr>
          <p:nvPr>
            <p:ph idx="1"/>
          </p:nvPr>
        </p:nvSpPr>
        <p:spPr>
          <a:xfrm>
            <a:off x="756007" y="1650964"/>
            <a:ext cx="10515600" cy="4351338"/>
          </a:xfrm>
        </p:spPr>
        <p:txBody>
          <a:bodyPr>
            <a:normAutofit fontScale="85000" lnSpcReduction="20000"/>
          </a:bodyPr>
          <a:lstStyle/>
          <a:p>
            <a:pPr>
              <a:buClr>
                <a:srgbClr val="002060"/>
              </a:buClr>
              <a:buFont typeface="Wingdings" panose="05000000000000000000" pitchFamily="2" charset="2"/>
              <a:buChar char="Ø"/>
            </a:pPr>
            <a:r>
              <a:rPr lang="uk-UA" dirty="0"/>
              <a:t>Регулювання зазвичай стосується 1-2 рівнів вищої освіти. Тому для 3 рівня, там, де немає регулювання, не треба визначати освітні програми та відповідні програмні результати навчання.</a:t>
            </a:r>
          </a:p>
          <a:p>
            <a:pPr>
              <a:buClr>
                <a:srgbClr val="002060"/>
              </a:buClr>
              <a:buFont typeface="Wingdings" panose="05000000000000000000" pitchFamily="2" charset="2"/>
              <a:buChar char="Ø"/>
            </a:pPr>
            <a:r>
              <a:rPr lang="uk-UA" dirty="0"/>
              <a:t>Чи завжди потрібно додаткове регулювання? Варто мати критерії.</a:t>
            </a:r>
          </a:p>
          <a:p>
            <a:pPr>
              <a:buClr>
                <a:srgbClr val="002060"/>
              </a:buClr>
              <a:buFont typeface="Wingdings" panose="05000000000000000000" pitchFamily="2" charset="2"/>
              <a:buChar char="Ø"/>
            </a:pPr>
            <a:r>
              <a:rPr lang="uk-UA" dirty="0"/>
              <a:t>Яка професійна кваліфікація присвоюється за ОП з «регульованих спеціальностей»?</a:t>
            </a:r>
          </a:p>
          <a:p>
            <a:pPr>
              <a:buClr>
                <a:srgbClr val="002060"/>
              </a:buClr>
              <a:buFont typeface="Wingdings" panose="05000000000000000000" pitchFamily="2" charset="2"/>
              <a:buChar char="Ø"/>
            </a:pPr>
            <a:r>
              <a:rPr lang="uk-UA" dirty="0"/>
              <a:t>Чи можуть назви освітніх програм для різних рівнів бути різними?</a:t>
            </a:r>
          </a:p>
          <a:p>
            <a:pPr>
              <a:buClr>
                <a:srgbClr val="002060"/>
              </a:buClr>
              <a:buFont typeface="Wingdings" panose="05000000000000000000" pitchFamily="2" charset="2"/>
              <a:buChar char="Ø"/>
            </a:pPr>
            <a:r>
              <a:rPr lang="uk-UA" dirty="0"/>
              <a:t>Чи можуть назви освітніх програм для різних рівнів бути однаковими?</a:t>
            </a:r>
          </a:p>
          <a:p>
            <a:pPr>
              <a:buClr>
                <a:srgbClr val="002060"/>
              </a:buClr>
              <a:buFont typeface="Wingdings" panose="05000000000000000000" pitchFamily="2" charset="2"/>
              <a:buChar char="Ø"/>
            </a:pPr>
            <a:r>
              <a:rPr lang="uk-UA" dirty="0"/>
              <a:t>Чи треба у стандарті вищої освіти дублювати вимоги відповідних професійних стандартів, зокрема, якщо вони мають гриф інформації з обмеженим доступом?</a:t>
            </a:r>
          </a:p>
          <a:p>
            <a:pPr>
              <a:buClr>
                <a:srgbClr val="002060"/>
              </a:buClr>
              <a:buFont typeface="Wingdings" panose="05000000000000000000" pitchFamily="2" charset="2"/>
              <a:buChar char="Ø"/>
            </a:pPr>
            <a:r>
              <a:rPr lang="uk-UA" dirty="0"/>
              <a:t>Чи можуть освітні програми ЗВО з «регульованих спеціальностей» мати додаткові до визначених стандартом ПРН?</a:t>
            </a:r>
            <a:endParaRPr lang="LID4096" dirty="0"/>
          </a:p>
          <a:p>
            <a:endParaRPr lang="LID4096" dirty="0"/>
          </a:p>
        </p:txBody>
      </p:sp>
    </p:spTree>
    <p:extLst>
      <p:ext uri="{BB962C8B-B14F-4D97-AF65-F5344CB8AC3E}">
        <p14:creationId xmlns:p14="http://schemas.microsoft.com/office/powerpoint/2010/main" val="15017985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8DBA1B9-1DE0-F639-B1EC-65D138FB2493}"/>
              </a:ext>
            </a:extLst>
          </p:cNvPr>
          <p:cNvSpPr>
            <a:spLocks noGrp="1"/>
          </p:cNvSpPr>
          <p:nvPr>
            <p:ph type="title"/>
          </p:nvPr>
        </p:nvSpPr>
        <p:spPr/>
        <p:txBody>
          <a:bodyPr/>
          <a:lstStyle/>
          <a:p>
            <a:r>
              <a:rPr lang="uk-UA" b="1" dirty="0">
                <a:solidFill>
                  <a:srgbClr val="002060"/>
                </a:solidFill>
              </a:rPr>
              <a:t>Обсяг освітньої програми</a:t>
            </a:r>
          </a:p>
        </p:txBody>
      </p:sp>
      <p:sp>
        <p:nvSpPr>
          <p:cNvPr id="3" name="Місце для вмісту 2">
            <a:extLst>
              <a:ext uri="{FF2B5EF4-FFF2-40B4-BE49-F238E27FC236}">
                <a16:creationId xmlns:a16="http://schemas.microsoft.com/office/drawing/2014/main" id="{9A57094A-7EA7-859D-31F9-C49D8FA5B79D}"/>
              </a:ext>
            </a:extLst>
          </p:cNvPr>
          <p:cNvSpPr>
            <a:spLocks noGrp="1"/>
          </p:cNvSpPr>
          <p:nvPr>
            <p:ph idx="1"/>
          </p:nvPr>
        </p:nvSpPr>
        <p:spPr/>
        <p:txBody>
          <a:bodyPr>
            <a:normAutofit fontScale="92500"/>
          </a:bodyPr>
          <a:lstStyle/>
          <a:p>
            <a:pPr marL="0" indent="0">
              <a:buNone/>
            </a:pPr>
            <a:r>
              <a:rPr lang="uk-UA" noProof="0" dirty="0"/>
              <a:t>Обсяг освітньої програми першого рівня вищої освіти на основі ПЗСО, як правило, становить 240 кредитів ЄКТС. Для окремих спеціальностей, за пропозиціями відповідних державних органів він може встановлюватися на рівні 180 кредитів ЄКТС.</a:t>
            </a:r>
          </a:p>
          <a:p>
            <a:pPr marL="0" indent="0">
              <a:buNone/>
            </a:pPr>
            <a:r>
              <a:rPr lang="uk-UA" dirty="0"/>
              <a:t>Результати навчання, здобуті за</a:t>
            </a:r>
            <a:r>
              <a:rPr lang="uk-UA" noProof="0" dirty="0"/>
              <a:t> програмами 5 рівня НРК визнаються виключно за умови, що вони відповідають вимогам 5-6 рівнів НРК:</a:t>
            </a:r>
          </a:p>
          <a:p>
            <a:pPr marL="0" indent="0">
              <a:buNone/>
            </a:pPr>
            <a:r>
              <a:rPr lang="uk-UA" noProof="0" dirty="0"/>
              <a:t>≤ 30 кредитів ЄКТС для осіб, що здобули фахову </a:t>
            </a:r>
            <a:r>
              <a:rPr lang="uk-UA" noProof="0" dirty="0" err="1"/>
              <a:t>передвищу</a:t>
            </a:r>
            <a:r>
              <a:rPr lang="uk-UA" noProof="0" dirty="0"/>
              <a:t> освіту на основі БЗСО за ОПП обсягом менше, ніж 240 кредитів ЄКТС;</a:t>
            </a:r>
          </a:p>
          <a:p>
            <a:pPr marL="0" indent="0">
              <a:buNone/>
            </a:pPr>
            <a:r>
              <a:rPr lang="uk-UA" noProof="0" dirty="0"/>
              <a:t>≤ 120 кредитів ЄКТС для осіб, що здобули ступінь молодшого бакалавра;</a:t>
            </a:r>
          </a:p>
          <a:p>
            <a:pPr marL="0" indent="0">
              <a:buNone/>
            </a:pPr>
            <a:r>
              <a:rPr lang="uk-UA" noProof="0" dirty="0"/>
              <a:t>≤ 60 кредитів ЄКТС в інших випадках</a:t>
            </a:r>
          </a:p>
          <a:p>
            <a:pPr marL="0" indent="0">
              <a:buNone/>
            </a:pPr>
            <a:endParaRPr lang="uk-UA" noProof="0" dirty="0"/>
          </a:p>
          <a:p>
            <a:endParaRPr lang="uk-UA" noProof="0" dirty="0"/>
          </a:p>
        </p:txBody>
      </p:sp>
    </p:spTree>
    <p:extLst>
      <p:ext uri="{BB962C8B-B14F-4D97-AF65-F5344CB8AC3E}">
        <p14:creationId xmlns:p14="http://schemas.microsoft.com/office/powerpoint/2010/main" val="22565014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4DC9E4-FD2E-4CDE-41C1-46455BDB1497}"/>
              </a:ext>
            </a:extLst>
          </p:cNvPr>
          <p:cNvSpPr>
            <a:spLocks noGrp="1"/>
          </p:cNvSpPr>
          <p:nvPr>
            <p:ph type="title"/>
          </p:nvPr>
        </p:nvSpPr>
        <p:spPr>
          <a:xfrm>
            <a:off x="838200" y="365125"/>
            <a:ext cx="10515600" cy="1156377"/>
          </a:xfrm>
        </p:spPr>
        <p:txBody>
          <a:bodyPr/>
          <a:lstStyle/>
          <a:p>
            <a:pPr>
              <a:lnSpc>
                <a:spcPct val="80000"/>
              </a:lnSpc>
            </a:pPr>
            <a:r>
              <a:rPr lang="uk-UA" b="1" dirty="0">
                <a:solidFill>
                  <a:srgbClr val="002060"/>
                </a:solidFill>
              </a:rPr>
              <a:t>Обсяг освітньої програми</a:t>
            </a:r>
          </a:p>
        </p:txBody>
      </p:sp>
      <p:sp>
        <p:nvSpPr>
          <p:cNvPr id="3" name="Місце для вмісту 2">
            <a:extLst>
              <a:ext uri="{FF2B5EF4-FFF2-40B4-BE49-F238E27FC236}">
                <a16:creationId xmlns:a16="http://schemas.microsoft.com/office/drawing/2014/main" id="{4E813C31-9B5E-194D-8690-A9588C0AF38A}"/>
              </a:ext>
            </a:extLst>
          </p:cNvPr>
          <p:cNvSpPr>
            <a:spLocks noGrp="1"/>
          </p:cNvSpPr>
          <p:nvPr>
            <p:ph idx="1"/>
          </p:nvPr>
        </p:nvSpPr>
        <p:spPr>
          <a:xfrm>
            <a:off x="427220" y="1521502"/>
            <a:ext cx="11100216" cy="4971373"/>
          </a:xfrm>
        </p:spPr>
        <p:txBody>
          <a:bodyPr>
            <a:normAutofit lnSpcReduction="10000"/>
          </a:bodyPr>
          <a:lstStyle/>
          <a:p>
            <a:pPr marL="0" indent="0">
              <a:spcBef>
                <a:spcPts val="1200"/>
              </a:spcBef>
              <a:buNone/>
            </a:pPr>
            <a:r>
              <a:rPr lang="uk-UA" noProof="0" dirty="0"/>
              <a:t>Обсяг ОНП другого рівня вищої освіти на основі ступеня бакалавра  становить 120 кредитів ЄКТС, обсяг ОПП – як правило, 90 кредитів ЄКТС. Для окремих спеціальностей, за пропозиціями відповідних державних органів він може встановлюватися на рівні 120 кредитів ЄКТС.</a:t>
            </a:r>
          </a:p>
          <a:p>
            <a:pPr marL="0" indent="0">
              <a:spcBef>
                <a:spcPts val="1200"/>
              </a:spcBef>
              <a:buNone/>
            </a:pPr>
            <a:r>
              <a:rPr lang="uk-UA" noProof="0" dirty="0"/>
              <a:t>Обсяг ОП </a:t>
            </a:r>
            <a:r>
              <a:rPr lang="uk-UA" dirty="0"/>
              <a:t>другого рівня вищої освіти </a:t>
            </a:r>
            <a:r>
              <a:rPr lang="uk-UA" noProof="0" dirty="0"/>
              <a:t>на основі ПЗСО становить 300-360 кредитів ЄКТС</a:t>
            </a:r>
          </a:p>
          <a:p>
            <a:pPr marL="0" indent="0">
              <a:spcBef>
                <a:spcPts val="1200"/>
              </a:spcBef>
              <a:buNone/>
            </a:pPr>
            <a:r>
              <a:rPr lang="uk-UA" noProof="0" dirty="0"/>
              <a:t>Не менше 30 % ОНП має бути відведено на дослідницьку (наукову) компоненту (опанування методології досліджень у відповідній галузі, виконання досліджень, аналіз їх результатів, підготовку дослідницької кваліфікаційної роботи, проходження дослідницької практики, стажування у наукових установах тощо).</a:t>
            </a:r>
          </a:p>
        </p:txBody>
      </p:sp>
    </p:spTree>
    <p:extLst>
      <p:ext uri="{BB962C8B-B14F-4D97-AF65-F5344CB8AC3E}">
        <p14:creationId xmlns:p14="http://schemas.microsoft.com/office/powerpoint/2010/main" val="7473919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70B40CA-5308-F355-F32F-A9643AC65913}"/>
              </a:ext>
            </a:extLst>
          </p:cNvPr>
          <p:cNvSpPr>
            <a:spLocks noGrp="1"/>
          </p:cNvSpPr>
          <p:nvPr>
            <p:ph type="title"/>
          </p:nvPr>
        </p:nvSpPr>
        <p:spPr/>
        <p:txBody>
          <a:bodyPr/>
          <a:lstStyle/>
          <a:p>
            <a:r>
              <a:rPr lang="uk-UA" b="1" dirty="0">
                <a:solidFill>
                  <a:srgbClr val="002060"/>
                </a:solidFill>
              </a:rPr>
              <a:t>Обсяг освітньої програми</a:t>
            </a:r>
          </a:p>
        </p:txBody>
      </p:sp>
      <p:sp>
        <p:nvSpPr>
          <p:cNvPr id="3" name="Місце для вмісту 2">
            <a:extLst>
              <a:ext uri="{FF2B5EF4-FFF2-40B4-BE49-F238E27FC236}">
                <a16:creationId xmlns:a16="http://schemas.microsoft.com/office/drawing/2014/main" id="{5DCD53E4-E7F6-43F9-1E56-A9F31BE52030}"/>
              </a:ext>
            </a:extLst>
          </p:cNvPr>
          <p:cNvSpPr>
            <a:spLocks noGrp="1"/>
          </p:cNvSpPr>
          <p:nvPr>
            <p:ph idx="1"/>
          </p:nvPr>
        </p:nvSpPr>
        <p:spPr>
          <a:xfrm>
            <a:off x="419725" y="1825625"/>
            <a:ext cx="11325067" cy="4351338"/>
          </a:xfrm>
        </p:spPr>
        <p:txBody>
          <a:bodyPr>
            <a:normAutofit/>
          </a:bodyPr>
          <a:lstStyle/>
          <a:p>
            <a:pPr marL="0" indent="0">
              <a:spcBef>
                <a:spcPts val="1200"/>
              </a:spcBef>
              <a:buNone/>
            </a:pPr>
            <a:r>
              <a:rPr lang="uk-UA" dirty="0"/>
              <a:t>Нормативний строк підготовки доктора філософії в аспірантурі становить чотири роки. Освітньо-наукова програма складається з освітньої та наукової складових.</a:t>
            </a:r>
          </a:p>
          <a:p>
            <a:pPr marL="0" indent="0">
              <a:spcBef>
                <a:spcPts val="1200"/>
              </a:spcBef>
              <a:buNone/>
            </a:pPr>
            <a:r>
              <a:rPr lang="uk-UA" dirty="0"/>
              <a:t>Нормативний строк підготовки доктора мистецтва у творчій аспірантурі становить три роки. Для осіб, які успішно виконали </a:t>
            </a:r>
            <a:r>
              <a:rPr lang="uk-UA" dirty="0" err="1"/>
              <a:t>освітньо</a:t>
            </a:r>
            <a:r>
              <a:rPr lang="uk-UA" dirty="0"/>
              <a:t>-творчу програму </a:t>
            </a:r>
            <a:r>
              <a:rPr lang="uk-UA" dirty="0" err="1"/>
              <a:t>асистентури</a:t>
            </a:r>
            <a:r>
              <a:rPr lang="uk-UA" dirty="0"/>
              <a:t>-стажування, строк підготовки доктора мистецтва з відповідної спеціальності у творчій аспірантурі становить 2 роки.</a:t>
            </a:r>
          </a:p>
          <a:p>
            <a:pPr marL="0" indent="0">
              <a:spcBef>
                <a:spcPts val="1200"/>
              </a:spcBef>
              <a:buNone/>
            </a:pPr>
            <a:r>
              <a:rPr lang="uk-UA" dirty="0"/>
              <a:t>Обсяг освітньої складової </a:t>
            </a:r>
            <a:r>
              <a:rPr lang="uk-UA" dirty="0" err="1"/>
              <a:t>освітньо</a:t>
            </a:r>
            <a:r>
              <a:rPr lang="uk-UA" dirty="0"/>
              <a:t>-наукової/</a:t>
            </a:r>
            <a:r>
              <a:rPr lang="uk-UA" dirty="0" err="1"/>
              <a:t>освітньо</a:t>
            </a:r>
            <a:r>
              <a:rPr lang="uk-UA" dirty="0"/>
              <a:t>-творчої програми встановлюється (однозначно) Стандартом вищої освіти в межах від 30 до 60 кредитів ЄКТС.</a:t>
            </a:r>
          </a:p>
        </p:txBody>
      </p:sp>
    </p:spTree>
    <p:extLst>
      <p:ext uri="{BB962C8B-B14F-4D97-AF65-F5344CB8AC3E}">
        <p14:creationId xmlns:p14="http://schemas.microsoft.com/office/powerpoint/2010/main" val="3891534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DE03541-0A3B-A933-90B0-4478FA6113A8}"/>
              </a:ext>
            </a:extLst>
          </p:cNvPr>
          <p:cNvSpPr>
            <a:spLocks noGrp="1"/>
          </p:cNvSpPr>
          <p:nvPr>
            <p:ph type="title"/>
          </p:nvPr>
        </p:nvSpPr>
        <p:spPr/>
        <p:txBody>
          <a:bodyPr/>
          <a:lstStyle/>
          <a:p>
            <a:r>
              <a:rPr lang="uk-UA" b="1" dirty="0">
                <a:solidFill>
                  <a:srgbClr val="002060"/>
                </a:solidFill>
              </a:rPr>
              <a:t>Мінімальний обсяг практичної підготовки для освітньо-професійних програм</a:t>
            </a:r>
          </a:p>
        </p:txBody>
      </p:sp>
      <p:sp>
        <p:nvSpPr>
          <p:cNvPr id="3" name="Місце для вмісту 2">
            <a:extLst>
              <a:ext uri="{FF2B5EF4-FFF2-40B4-BE49-F238E27FC236}">
                <a16:creationId xmlns:a16="http://schemas.microsoft.com/office/drawing/2014/main" id="{85CBF462-1FBD-8D72-4896-B02F5758C300}"/>
              </a:ext>
            </a:extLst>
          </p:cNvPr>
          <p:cNvSpPr>
            <a:spLocks noGrp="1"/>
          </p:cNvSpPr>
          <p:nvPr>
            <p:ph idx="1"/>
          </p:nvPr>
        </p:nvSpPr>
        <p:spPr>
          <a:xfrm>
            <a:off x="332282" y="1968031"/>
            <a:ext cx="11527436" cy="4351338"/>
          </a:xfrm>
        </p:spPr>
        <p:txBody>
          <a:bodyPr>
            <a:normAutofit fontScale="92500" lnSpcReduction="20000"/>
          </a:bodyPr>
          <a:lstStyle/>
          <a:p>
            <a:pPr marL="0" indent="0">
              <a:buNone/>
            </a:pPr>
            <a:r>
              <a:rPr lang="uk-UA" noProof="0" dirty="0"/>
              <a:t>Стандарт встановлює:</a:t>
            </a:r>
          </a:p>
          <a:p>
            <a:pPr>
              <a:buClr>
                <a:srgbClr val="002060"/>
              </a:buClr>
              <a:buFont typeface="Wingdings" panose="05000000000000000000" pitchFamily="2" charset="2"/>
              <a:buChar char="ü"/>
            </a:pPr>
            <a:r>
              <a:rPr lang="uk-UA" dirty="0"/>
              <a:t>	</a:t>
            </a:r>
            <a:r>
              <a:rPr lang="uk-UA" noProof="0" dirty="0"/>
              <a:t>мінімальний обсяг кредитів ЄКТС, призначених для практичної підготовки за ОПП, яка здійснюється шляхом проходження студентами практики на підприємствах, в установах та організаціях згідно з укладеними закладами освіти договорами або у структурних підрозділах закладів вищої освіти, що забезпечують практичну підготовку.</a:t>
            </a:r>
          </a:p>
          <a:p>
            <a:pPr>
              <a:buClr>
                <a:srgbClr val="002060"/>
              </a:buClr>
              <a:buFont typeface="Wingdings" panose="05000000000000000000" pitchFamily="2" charset="2"/>
              <a:buChar char="ü"/>
            </a:pPr>
            <a:r>
              <a:rPr lang="uk-UA" noProof="0" dirty="0"/>
              <a:t>	мінімальний обсяг кредитів ЄКТС, призначених для проходження студентами практики на підприємствах, в установах та організаціях згідно з укладеними закладами освіти договорами.</a:t>
            </a:r>
          </a:p>
          <a:p>
            <a:pPr marL="0" indent="0">
              <a:buNone/>
            </a:pPr>
            <a:endParaRPr lang="uk-UA" noProof="0" dirty="0"/>
          </a:p>
          <a:p>
            <a:pPr marL="0" indent="0">
              <a:buNone/>
            </a:pPr>
            <a:r>
              <a:rPr lang="uk-UA" noProof="0" dirty="0"/>
              <a:t>Для </a:t>
            </a:r>
            <a:r>
              <a:rPr lang="uk-UA" noProof="0" dirty="0" err="1"/>
              <a:t>освітньо</a:t>
            </a:r>
            <a:r>
              <a:rPr lang="uk-UA" noProof="0" dirty="0"/>
              <a:t>-наукових програм стандарти можуть не визначати мінімальний обсяг практичної підготовки.</a:t>
            </a:r>
          </a:p>
        </p:txBody>
      </p:sp>
    </p:spTree>
    <p:extLst>
      <p:ext uri="{BB962C8B-B14F-4D97-AF65-F5344CB8AC3E}">
        <p14:creationId xmlns:p14="http://schemas.microsoft.com/office/powerpoint/2010/main" val="21617817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7114A2E-1320-46E0-3545-9A82B7355025}"/>
              </a:ext>
            </a:extLst>
          </p:cNvPr>
          <p:cNvSpPr>
            <a:spLocks noGrp="1"/>
          </p:cNvSpPr>
          <p:nvPr>
            <p:ph type="title"/>
          </p:nvPr>
        </p:nvSpPr>
        <p:spPr/>
        <p:txBody>
          <a:bodyPr/>
          <a:lstStyle/>
          <a:p>
            <a:r>
              <a:rPr lang="uk-UA" b="1" dirty="0">
                <a:solidFill>
                  <a:srgbClr val="002060"/>
                </a:solidFill>
              </a:rPr>
              <a:t>Деякі проблеми щодо обсягу ОП</a:t>
            </a:r>
            <a:endParaRPr lang="LID4096" b="1" dirty="0">
              <a:solidFill>
                <a:srgbClr val="002060"/>
              </a:solidFill>
            </a:endParaRPr>
          </a:p>
        </p:txBody>
      </p:sp>
      <p:sp>
        <p:nvSpPr>
          <p:cNvPr id="3" name="Місце для вмісту 2">
            <a:extLst>
              <a:ext uri="{FF2B5EF4-FFF2-40B4-BE49-F238E27FC236}">
                <a16:creationId xmlns:a16="http://schemas.microsoft.com/office/drawing/2014/main" id="{6F6B9BED-8C91-C53B-924A-5AE61E59FE32}"/>
              </a:ext>
            </a:extLst>
          </p:cNvPr>
          <p:cNvSpPr>
            <a:spLocks noGrp="1"/>
          </p:cNvSpPr>
          <p:nvPr>
            <p:ph idx="1"/>
          </p:nvPr>
        </p:nvSpPr>
        <p:spPr/>
        <p:txBody>
          <a:bodyPr>
            <a:normAutofit lnSpcReduction="10000"/>
          </a:bodyPr>
          <a:lstStyle/>
          <a:p>
            <a:pPr>
              <a:buClr>
                <a:srgbClr val="002060"/>
              </a:buClr>
              <a:buFont typeface="Wingdings" panose="05000000000000000000" pitchFamily="2" charset="2"/>
              <a:buChar char="Ø"/>
            </a:pPr>
            <a:r>
              <a:rPr lang="uk-UA" dirty="0"/>
              <a:t>Чи може стандарт встановлювати діапазон допустимих значень обсягу освітніх програм?</a:t>
            </a:r>
          </a:p>
          <a:p>
            <a:pPr>
              <a:buClr>
                <a:srgbClr val="002060"/>
              </a:buClr>
              <a:buFont typeface="Wingdings" panose="05000000000000000000" pitchFamily="2" charset="2"/>
              <a:buChar char="Ø"/>
            </a:pPr>
            <a:r>
              <a:rPr lang="uk-UA" dirty="0"/>
              <a:t>Чи може заклад вищої освіти встановлювати більший обсяг освітньої програми, ніж визначено стандартом?</a:t>
            </a:r>
          </a:p>
          <a:p>
            <a:pPr>
              <a:buClr>
                <a:srgbClr val="002060"/>
              </a:buClr>
              <a:buFont typeface="Wingdings" panose="05000000000000000000" pitchFamily="2" charset="2"/>
              <a:buChar char="Ø"/>
            </a:pPr>
            <a:r>
              <a:rPr lang="uk-UA" dirty="0"/>
              <a:t>Яким має бути мінімальний обсяг практичної підготовки для ОПП?</a:t>
            </a:r>
          </a:p>
          <a:p>
            <a:pPr>
              <a:buClr>
                <a:srgbClr val="002060"/>
              </a:buClr>
              <a:buFont typeface="Wingdings" panose="05000000000000000000" pitchFamily="2" charset="2"/>
              <a:buChar char="Ø"/>
            </a:pPr>
            <a:r>
              <a:rPr lang="uk-UA" dirty="0"/>
              <a:t>Що таке дослідницька (наукова) компонента магістерської ОНП?</a:t>
            </a:r>
          </a:p>
          <a:p>
            <a:pPr>
              <a:buClr>
                <a:srgbClr val="002060"/>
              </a:buClr>
              <a:buFont typeface="Wingdings" panose="05000000000000000000" pitchFamily="2" charset="2"/>
              <a:buChar char="Ø"/>
            </a:pPr>
            <a:r>
              <a:rPr lang="uk-UA" dirty="0"/>
              <a:t>Скільки відсотків часу (кредитів, освітніх компонентів) має припадати в ОП на забезпечення визначених стандартами </a:t>
            </a:r>
            <a:r>
              <a:rPr lang="uk-UA" dirty="0" err="1"/>
              <a:t>компетентностей</a:t>
            </a:r>
            <a:r>
              <a:rPr lang="uk-UA" dirty="0"/>
              <a:t> та ПРН? </a:t>
            </a:r>
            <a:endParaRPr lang="LID4096" dirty="0"/>
          </a:p>
        </p:txBody>
      </p:sp>
    </p:spTree>
    <p:extLst>
      <p:ext uri="{BB962C8B-B14F-4D97-AF65-F5344CB8AC3E}">
        <p14:creationId xmlns:p14="http://schemas.microsoft.com/office/powerpoint/2010/main" val="21861925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F6481D1-7DEC-2F86-F0EA-87BD1A469DBD}"/>
              </a:ext>
            </a:extLst>
          </p:cNvPr>
          <p:cNvSpPr>
            <a:spLocks noGrp="1"/>
          </p:cNvSpPr>
          <p:nvPr>
            <p:ph type="title"/>
          </p:nvPr>
        </p:nvSpPr>
        <p:spPr/>
        <p:txBody>
          <a:bodyPr/>
          <a:lstStyle/>
          <a:p>
            <a:r>
              <a:rPr lang="uk-UA" b="1" dirty="0">
                <a:solidFill>
                  <a:srgbClr val="002060"/>
                </a:solidFill>
              </a:rPr>
              <a:t>Перелік обов’язкових </a:t>
            </a:r>
            <a:r>
              <a:rPr lang="uk-UA" b="1" dirty="0" err="1">
                <a:solidFill>
                  <a:srgbClr val="002060"/>
                </a:solidFill>
              </a:rPr>
              <a:t>компетентностей</a:t>
            </a:r>
            <a:r>
              <a:rPr lang="uk-UA" b="1" dirty="0">
                <a:solidFill>
                  <a:srgbClr val="002060"/>
                </a:solidFill>
              </a:rPr>
              <a:t> випускника</a:t>
            </a:r>
          </a:p>
        </p:txBody>
      </p:sp>
      <p:sp>
        <p:nvSpPr>
          <p:cNvPr id="3" name="Місце для вмісту 2">
            <a:extLst>
              <a:ext uri="{FF2B5EF4-FFF2-40B4-BE49-F238E27FC236}">
                <a16:creationId xmlns:a16="http://schemas.microsoft.com/office/drawing/2014/main" id="{40BB1B53-8F0C-47DB-3AB4-9835CA68CDA4}"/>
              </a:ext>
            </a:extLst>
          </p:cNvPr>
          <p:cNvSpPr>
            <a:spLocks noGrp="1"/>
          </p:cNvSpPr>
          <p:nvPr>
            <p:ph idx="1"/>
          </p:nvPr>
        </p:nvSpPr>
        <p:spPr>
          <a:xfrm>
            <a:off x="838199" y="2091128"/>
            <a:ext cx="10906593" cy="3417758"/>
          </a:xfrm>
        </p:spPr>
        <p:txBody>
          <a:bodyPr>
            <a:normAutofit fontScale="92500" lnSpcReduction="10000"/>
          </a:bodyPr>
          <a:lstStyle/>
          <a:p>
            <a:pPr marL="0" indent="0">
              <a:buNone/>
            </a:pPr>
            <a:r>
              <a:rPr lang="uk-UA" dirty="0"/>
              <a:t>Стандарт визначає обов’язкові загальні та спеціальні компетентності за відповідними рівнем вищої освіти та спеціальністю. </a:t>
            </a:r>
          </a:p>
          <a:p>
            <a:pPr marL="0" indent="0">
              <a:buNone/>
            </a:pPr>
            <a:r>
              <a:rPr lang="uk-UA" dirty="0"/>
              <a:t>Визначені Стандартом загальні та спеціальні компетентності у сукупності мають забезпечувати виконання всіх вимог відповідного рівня Національної рамки кваліфікацій.</a:t>
            </a:r>
          </a:p>
          <a:p>
            <a:pPr marL="0" indent="0">
              <a:buNone/>
            </a:pPr>
            <a:r>
              <a:rPr lang="uk-UA" dirty="0"/>
              <a:t>Рекомендації щодо загальних </a:t>
            </a:r>
            <a:r>
              <a:rPr lang="uk-UA" dirty="0" err="1"/>
              <a:t>компетентностей</a:t>
            </a:r>
            <a:r>
              <a:rPr lang="uk-UA" dirty="0"/>
              <a:t> формує Сектор вищої освіти.</a:t>
            </a:r>
          </a:p>
          <a:p>
            <a:pPr marL="0" indent="0">
              <a:buNone/>
            </a:pPr>
            <a:r>
              <a:rPr lang="uk-UA" dirty="0"/>
              <a:t>Стандарти можуть враховувати (за наявності) додаткові вимоги  </a:t>
            </a:r>
            <a:r>
              <a:rPr lang="uk-UA" sz="2600" dirty="0"/>
              <a:t>професійних стандартів, законодавства та/або міжнародних документів.</a:t>
            </a:r>
          </a:p>
        </p:txBody>
      </p:sp>
    </p:spTree>
    <p:extLst>
      <p:ext uri="{BB962C8B-B14F-4D97-AF65-F5344CB8AC3E}">
        <p14:creationId xmlns:p14="http://schemas.microsoft.com/office/powerpoint/2010/main" val="12149297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6C431E7-C67F-B26E-2430-AF1F789141AF}"/>
              </a:ext>
            </a:extLst>
          </p:cNvPr>
          <p:cNvSpPr>
            <a:spLocks noGrp="1"/>
          </p:cNvSpPr>
          <p:nvPr>
            <p:ph type="title"/>
          </p:nvPr>
        </p:nvSpPr>
        <p:spPr/>
        <p:txBody>
          <a:bodyPr/>
          <a:lstStyle/>
          <a:p>
            <a:r>
              <a:rPr lang="uk-UA" b="1" dirty="0">
                <a:solidFill>
                  <a:srgbClr val="002060"/>
                </a:solidFill>
              </a:rPr>
              <a:t>Спеціальні компетентності</a:t>
            </a:r>
          </a:p>
        </p:txBody>
      </p:sp>
      <p:sp>
        <p:nvSpPr>
          <p:cNvPr id="3" name="Місце для вмісту 2">
            <a:extLst>
              <a:ext uri="{FF2B5EF4-FFF2-40B4-BE49-F238E27FC236}">
                <a16:creationId xmlns:a16="http://schemas.microsoft.com/office/drawing/2014/main" id="{04C0DB78-88BA-6F91-062C-3D7B20E23867}"/>
              </a:ext>
            </a:extLst>
          </p:cNvPr>
          <p:cNvSpPr>
            <a:spLocks noGrp="1"/>
          </p:cNvSpPr>
          <p:nvPr>
            <p:ph idx="1"/>
          </p:nvPr>
        </p:nvSpPr>
        <p:spPr>
          <a:xfrm>
            <a:off x="322289" y="1825625"/>
            <a:ext cx="11377533" cy="4351338"/>
          </a:xfrm>
        </p:spPr>
        <p:txBody>
          <a:bodyPr>
            <a:normAutofit lnSpcReduction="10000"/>
          </a:bodyPr>
          <a:lstStyle/>
          <a:p>
            <a:pPr marL="0" indent="0">
              <a:buNone/>
            </a:pPr>
            <a:r>
              <a:rPr lang="uk-UA" noProof="0" dirty="0"/>
              <a:t>Спеціальні компетентності слід формулювати як здатності розв’язувати певні проблеми та задачі очікуваної професійної діяльності, застосовувати певні теорії, методи та інструменти</a:t>
            </a:r>
            <a:r>
              <a:rPr lang="uk-UA" dirty="0"/>
              <a:t>, які за складністю відповідають вимогам відповідного рівня Національної рамки кваліфікацій</a:t>
            </a:r>
            <a:r>
              <a:rPr lang="uk-UA" noProof="0" dirty="0"/>
              <a:t> </a:t>
            </a:r>
          </a:p>
          <a:p>
            <a:pPr marL="0" indent="0">
              <a:buNone/>
            </a:pPr>
            <a:r>
              <a:rPr lang="uk-UA" noProof="0" dirty="0"/>
              <a:t>Вимоги до спеціальних </a:t>
            </a:r>
            <a:r>
              <a:rPr lang="uk-UA" noProof="0" dirty="0" err="1"/>
              <a:t>компетентностей</a:t>
            </a:r>
            <a:r>
              <a:rPr lang="uk-UA" noProof="0" dirty="0"/>
              <a:t> мають бути актуальними для всіх очікуваних видів професійної діяльності випускників. </a:t>
            </a:r>
          </a:p>
          <a:p>
            <a:pPr marL="0" indent="0">
              <a:buNone/>
            </a:pPr>
            <a:r>
              <a:rPr lang="uk-UA" noProof="0" dirty="0"/>
              <a:t>Вимоги до спеціальних </a:t>
            </a:r>
            <a:r>
              <a:rPr lang="uk-UA" noProof="0" dirty="0" err="1"/>
              <a:t>компетентностей</a:t>
            </a:r>
            <a:r>
              <a:rPr lang="uk-UA" noProof="0" dirty="0"/>
              <a:t> мають відображати здатність випускника вирішувати специфічні проблеми європейської та євроатлантичної інтеграції й захисту та розвитку України відповідно до спеціальності та рівня вищої освіти.</a:t>
            </a:r>
          </a:p>
        </p:txBody>
      </p:sp>
    </p:spTree>
    <p:extLst>
      <p:ext uri="{BB962C8B-B14F-4D97-AF65-F5344CB8AC3E}">
        <p14:creationId xmlns:p14="http://schemas.microsoft.com/office/powerpoint/2010/main" val="34388513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1015917-0FE5-0D27-C833-EAD1A3887A69}"/>
              </a:ext>
            </a:extLst>
          </p:cNvPr>
          <p:cNvSpPr>
            <a:spLocks noGrp="1"/>
          </p:cNvSpPr>
          <p:nvPr>
            <p:ph type="title"/>
          </p:nvPr>
        </p:nvSpPr>
        <p:spPr/>
        <p:txBody>
          <a:bodyPr/>
          <a:lstStyle/>
          <a:p>
            <a:r>
              <a:rPr lang="uk-UA" b="1" dirty="0">
                <a:solidFill>
                  <a:srgbClr val="002060"/>
                </a:solidFill>
              </a:rPr>
              <a:t>Спеціальні компетентності</a:t>
            </a:r>
          </a:p>
        </p:txBody>
      </p:sp>
      <p:sp>
        <p:nvSpPr>
          <p:cNvPr id="3" name="Місце для вмісту 2">
            <a:extLst>
              <a:ext uri="{FF2B5EF4-FFF2-40B4-BE49-F238E27FC236}">
                <a16:creationId xmlns:a16="http://schemas.microsoft.com/office/drawing/2014/main" id="{826B17E8-9028-4B4B-7C2E-ACBDEF53E665}"/>
              </a:ext>
            </a:extLst>
          </p:cNvPr>
          <p:cNvSpPr>
            <a:spLocks noGrp="1"/>
          </p:cNvSpPr>
          <p:nvPr>
            <p:ph idx="1"/>
          </p:nvPr>
        </p:nvSpPr>
        <p:spPr>
          <a:xfrm>
            <a:off x="367259" y="1690688"/>
            <a:ext cx="11527436" cy="4486275"/>
          </a:xfrm>
        </p:spPr>
        <p:txBody>
          <a:bodyPr>
            <a:normAutofit fontScale="92500" lnSpcReduction="10000"/>
          </a:bodyPr>
          <a:lstStyle/>
          <a:p>
            <a:pPr marL="0" indent="0">
              <a:buNone/>
            </a:pPr>
            <a:r>
              <a:rPr lang="uk-UA" dirty="0"/>
              <a:t>Для «регульованих» спеціальностей та у разі визначення законодавством спеціалізацій чи предметних спеціальностей Стандарт може визначати, крім спільних вимог для всіх освітніх програм (спеціалізацій, предметних спеціальностей) додаткові спеціальні компетентності окремо за кожною освітньою програмою (спеціалізацією, предметною спеціальністю). </a:t>
            </a:r>
          </a:p>
          <a:p>
            <a:pPr marL="0" indent="0">
              <a:buNone/>
            </a:pPr>
            <a:r>
              <a:rPr lang="uk-UA" dirty="0"/>
              <a:t>НМК можуть пропонувати спільні вимоги до спеціальних </a:t>
            </a:r>
            <a:r>
              <a:rPr lang="uk-UA" dirty="0" err="1"/>
              <a:t>компетентностей</a:t>
            </a:r>
            <a:r>
              <a:rPr lang="uk-UA" dirty="0"/>
              <a:t> в межах галузі знань для стандартів певного рівня вищої освіти. У разі згоди сектору вищої освіти НМР такі спільні вимоги мають бути зазначені у стандартах всіх спеціальностей відповідних галузі знань і рівня вищої освіти. </a:t>
            </a:r>
          </a:p>
          <a:p>
            <a:pPr marL="0" indent="0">
              <a:buNone/>
            </a:pPr>
            <a:r>
              <a:rPr lang="uk-UA" dirty="0"/>
              <a:t>Частка спільних в межах галузі знань або групи спеціальностей однієї галузі знань вимог не повинна перевищувати 30 % від загальної кількості спеціальних </a:t>
            </a:r>
            <a:r>
              <a:rPr lang="uk-UA" dirty="0" err="1"/>
              <a:t>компетентностей</a:t>
            </a:r>
            <a:r>
              <a:rPr lang="uk-UA" dirty="0"/>
              <a:t>.</a:t>
            </a:r>
          </a:p>
        </p:txBody>
      </p:sp>
    </p:spTree>
    <p:extLst>
      <p:ext uri="{BB962C8B-B14F-4D97-AF65-F5344CB8AC3E}">
        <p14:creationId xmlns:p14="http://schemas.microsoft.com/office/powerpoint/2010/main" val="25996215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403109E-AB66-01DD-43B9-C0ABA3B154A0}"/>
              </a:ext>
            </a:extLst>
          </p:cNvPr>
          <p:cNvSpPr>
            <a:spLocks noGrp="1"/>
          </p:cNvSpPr>
          <p:nvPr>
            <p:ph type="title"/>
          </p:nvPr>
        </p:nvSpPr>
        <p:spPr>
          <a:xfrm>
            <a:off x="838200" y="365126"/>
            <a:ext cx="10515600" cy="751642"/>
          </a:xfrm>
        </p:spPr>
        <p:txBody>
          <a:bodyPr/>
          <a:lstStyle/>
          <a:p>
            <a:r>
              <a:rPr lang="uk-UA" b="1" dirty="0">
                <a:solidFill>
                  <a:srgbClr val="002060"/>
                </a:solidFill>
              </a:rPr>
              <a:t>«Регульовані» спеціальності</a:t>
            </a:r>
          </a:p>
        </p:txBody>
      </p:sp>
      <p:sp>
        <p:nvSpPr>
          <p:cNvPr id="3" name="Місце для вмісту 2">
            <a:extLst>
              <a:ext uri="{FF2B5EF4-FFF2-40B4-BE49-F238E27FC236}">
                <a16:creationId xmlns:a16="http://schemas.microsoft.com/office/drawing/2014/main" id="{E82A6EEA-4BDA-CBF4-F72E-4E1818AE09ED}"/>
              </a:ext>
            </a:extLst>
          </p:cNvPr>
          <p:cNvSpPr>
            <a:spLocks noGrp="1"/>
          </p:cNvSpPr>
          <p:nvPr>
            <p:ph idx="1"/>
          </p:nvPr>
        </p:nvSpPr>
        <p:spPr>
          <a:xfrm>
            <a:off x="344774" y="1394084"/>
            <a:ext cx="11310078" cy="5156617"/>
          </a:xfrm>
        </p:spPr>
        <p:txBody>
          <a:bodyPr>
            <a:normAutofit/>
          </a:bodyPr>
          <a:lstStyle/>
          <a:p>
            <a:pPr marL="0" indent="0">
              <a:buNone/>
            </a:pPr>
            <a:r>
              <a:rPr lang="uk-UA" sz="2600" noProof="0" dirty="0"/>
              <a:t>Програмні результати навчання за кожною освітньою програмою (можуть бути спільні і окремі вимоги). Формулювання ПРН мають бути придатними для формування на їх основі програми та завдань ЄДКІ.</a:t>
            </a:r>
          </a:p>
          <a:p>
            <a:pPr marL="0" indent="0">
              <a:buNone/>
            </a:pPr>
            <a:r>
              <a:rPr lang="uk-UA" sz="2600" noProof="0" dirty="0"/>
              <a:t>Додаткові вимоги:</a:t>
            </a:r>
          </a:p>
          <a:p>
            <a:pPr lvl="1">
              <a:buClr>
                <a:srgbClr val="002060"/>
              </a:buClr>
              <a:buSzPct val="80000"/>
              <a:buFont typeface="Wingdings" panose="05000000000000000000" pitchFamily="2" charset="2"/>
              <a:buChar char="Ø"/>
            </a:pPr>
            <a:r>
              <a:rPr lang="uk-UA" sz="2600" noProof="0" dirty="0"/>
              <a:t> передбачені директивами Європейського Союзу або міжнародними зобов’язаннями України чи відповідно до них;</a:t>
            </a:r>
          </a:p>
          <a:p>
            <a:pPr lvl="1">
              <a:buClr>
                <a:srgbClr val="002060"/>
              </a:buClr>
              <a:buSzPct val="80000"/>
              <a:buFont typeface="Wingdings" panose="05000000000000000000" pitchFamily="2" charset="2"/>
              <a:buChar char="Ø"/>
            </a:pPr>
            <a:r>
              <a:rPr lang="uk-UA" sz="2600" noProof="0" dirty="0"/>
              <a:t> до правил прийому на навчання, у тому числі щодо раніше здобутої освіти;</a:t>
            </a:r>
          </a:p>
          <a:p>
            <a:pPr lvl="1">
              <a:buClr>
                <a:srgbClr val="002060"/>
              </a:buClr>
              <a:buSzPct val="80000"/>
              <a:buFont typeface="Wingdings" panose="05000000000000000000" pitchFamily="2" charset="2"/>
              <a:buChar char="Ø"/>
            </a:pPr>
            <a:r>
              <a:rPr lang="uk-UA" sz="2600" noProof="0" dirty="0"/>
              <a:t> до структури освітньої програми;</a:t>
            </a:r>
          </a:p>
          <a:p>
            <a:pPr lvl="1">
              <a:buClr>
                <a:srgbClr val="002060"/>
              </a:buClr>
              <a:buSzPct val="80000"/>
              <a:buFont typeface="Wingdings" panose="05000000000000000000" pitchFamily="2" charset="2"/>
              <a:buChar char="Ø"/>
            </a:pPr>
            <a:r>
              <a:rPr lang="uk-UA" sz="2600" noProof="0" dirty="0"/>
              <a:t> до організації освітнього процесу;</a:t>
            </a:r>
          </a:p>
          <a:p>
            <a:pPr lvl="1">
              <a:buClr>
                <a:srgbClr val="002060"/>
              </a:buClr>
              <a:buSzPct val="80000"/>
              <a:buFont typeface="Wingdings" panose="05000000000000000000" pitchFamily="2" charset="2"/>
              <a:buChar char="Ø"/>
            </a:pPr>
            <a:r>
              <a:rPr lang="uk-UA" sz="2600" noProof="0" dirty="0"/>
              <a:t> до атестації здобувачів вищої освіти.</a:t>
            </a:r>
          </a:p>
        </p:txBody>
      </p:sp>
    </p:spTree>
    <p:extLst>
      <p:ext uri="{BB962C8B-B14F-4D97-AF65-F5344CB8AC3E}">
        <p14:creationId xmlns:p14="http://schemas.microsoft.com/office/powerpoint/2010/main" val="39069817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44DDCD7-4B8C-00D3-B620-049C120401A8}"/>
              </a:ext>
            </a:extLst>
          </p:cNvPr>
          <p:cNvSpPr>
            <a:spLocks noGrp="1"/>
          </p:cNvSpPr>
          <p:nvPr>
            <p:ph type="title"/>
          </p:nvPr>
        </p:nvSpPr>
        <p:spPr/>
        <p:txBody>
          <a:bodyPr/>
          <a:lstStyle/>
          <a:p>
            <a:r>
              <a:rPr lang="uk-UA" b="1" dirty="0">
                <a:solidFill>
                  <a:srgbClr val="002060"/>
                </a:solidFill>
              </a:rPr>
              <a:t>Інші питання</a:t>
            </a:r>
            <a:endParaRPr lang="LID4096" b="1" dirty="0">
              <a:solidFill>
                <a:srgbClr val="002060"/>
              </a:solidFill>
            </a:endParaRPr>
          </a:p>
        </p:txBody>
      </p:sp>
      <p:sp>
        <p:nvSpPr>
          <p:cNvPr id="3" name="Місце для вмісту 2">
            <a:extLst>
              <a:ext uri="{FF2B5EF4-FFF2-40B4-BE49-F238E27FC236}">
                <a16:creationId xmlns:a16="http://schemas.microsoft.com/office/drawing/2014/main" id="{5C40AAC1-A31B-9DF2-EB4E-23CF811DE879}"/>
              </a:ext>
            </a:extLst>
          </p:cNvPr>
          <p:cNvSpPr>
            <a:spLocks noGrp="1"/>
          </p:cNvSpPr>
          <p:nvPr>
            <p:ph idx="1"/>
          </p:nvPr>
        </p:nvSpPr>
        <p:spPr/>
        <p:txBody>
          <a:bodyPr>
            <a:normAutofit fontScale="92500" lnSpcReduction="20000"/>
          </a:bodyPr>
          <a:lstStyle/>
          <a:p>
            <a:pPr>
              <a:buClr>
                <a:srgbClr val="002060"/>
              </a:buClr>
              <a:buFont typeface="Wingdings" panose="05000000000000000000" pitchFamily="2" charset="2"/>
              <a:buChar char="Ø"/>
            </a:pPr>
            <a:r>
              <a:rPr lang="uk-UA" noProof="0" dirty="0"/>
              <a:t>Порядок розроблення стандартів 1-3 рівнів вищої освіти</a:t>
            </a:r>
          </a:p>
          <a:p>
            <a:pPr>
              <a:buClr>
                <a:srgbClr val="002060"/>
              </a:buClr>
              <a:buFont typeface="Wingdings" panose="05000000000000000000" pitchFamily="2" charset="2"/>
              <a:buChar char="Ø"/>
            </a:pPr>
            <a:r>
              <a:rPr lang="uk-UA" noProof="0" dirty="0"/>
              <a:t>Що можуть містити додаткові вимоги та обмеження (за наявності) для міждисциплінарних освітніх програм</a:t>
            </a:r>
          </a:p>
          <a:p>
            <a:pPr>
              <a:buClr>
                <a:srgbClr val="002060"/>
              </a:buClr>
              <a:buFont typeface="Wingdings" panose="05000000000000000000" pitchFamily="2" charset="2"/>
              <a:buChar char="Ø"/>
            </a:pPr>
            <a:r>
              <a:rPr lang="uk-UA" noProof="0" dirty="0"/>
              <a:t>Як відображати вимоги законодавства та/або професійних стандартів, необхідні для здобуття відповідних професійних кваліфікацій (за наявності)</a:t>
            </a:r>
          </a:p>
          <a:p>
            <a:pPr>
              <a:buClr>
                <a:srgbClr val="002060"/>
              </a:buClr>
              <a:buFont typeface="Wingdings" panose="05000000000000000000" pitchFamily="2" charset="2"/>
              <a:buChar char="Ø"/>
            </a:pPr>
            <a:r>
              <a:rPr lang="uk-UA" noProof="0" dirty="0"/>
              <a:t>Додаткові вимоги до структури освітньої програми, організації освітнього процесу та атестації здобувачів вищої освіти для «регульованих спеціальностей, наприклад щодо блоків для формування професійних </a:t>
            </a:r>
            <a:r>
              <a:rPr lang="uk-UA" noProof="0" dirty="0" err="1"/>
              <a:t>компетентностей</a:t>
            </a:r>
            <a:r>
              <a:rPr lang="uk-UA" noProof="0" dirty="0"/>
              <a:t>, практичної складової атестації тощо</a:t>
            </a:r>
          </a:p>
          <a:p>
            <a:pPr>
              <a:buClr>
                <a:srgbClr val="002060"/>
              </a:buClr>
              <a:buFont typeface="Wingdings" panose="05000000000000000000" pitchFamily="2" charset="2"/>
              <a:buChar char="Ø"/>
            </a:pPr>
            <a:r>
              <a:rPr lang="uk-UA" noProof="0" dirty="0"/>
              <a:t>Професійні кваліфікації (наявність кваліфікації, вимоги до неї, обов'язковість і порядок присвоєння, …).</a:t>
            </a:r>
          </a:p>
        </p:txBody>
      </p:sp>
    </p:spTree>
    <p:extLst>
      <p:ext uri="{BB962C8B-B14F-4D97-AF65-F5344CB8AC3E}">
        <p14:creationId xmlns:p14="http://schemas.microsoft.com/office/powerpoint/2010/main" val="26833347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кутник 3">
            <a:extLst>
              <a:ext uri="{FF2B5EF4-FFF2-40B4-BE49-F238E27FC236}">
                <a16:creationId xmlns:a16="http://schemas.microsoft.com/office/drawing/2014/main" id="{B0C09791-3090-F96A-4B18-DDBD92834F57}"/>
              </a:ext>
            </a:extLst>
          </p:cNvPr>
          <p:cNvSpPr/>
          <p:nvPr/>
        </p:nvSpPr>
        <p:spPr>
          <a:xfrm>
            <a:off x="863029" y="2228671"/>
            <a:ext cx="10315254" cy="1200329"/>
          </a:xfrm>
          <a:prstGeom prst="rect">
            <a:avLst/>
          </a:prstGeom>
          <a:noFill/>
        </p:spPr>
        <p:txBody>
          <a:bodyPr wrap="square" lIns="91440" tIns="45720" rIns="91440" bIns="45720">
            <a:spAutoFit/>
          </a:bodyPr>
          <a:lstStyle/>
          <a:p>
            <a:pPr algn="ctr"/>
            <a:r>
              <a:rPr lang="uk-UA" sz="7200" b="1" cap="none" spc="0" dirty="0">
                <a:ln w="12700">
                  <a:solidFill>
                    <a:schemeClr val="accent3">
                      <a:lumMod val="50000"/>
                    </a:schemeClr>
                  </a:solidFill>
                  <a:prstDash val="solid"/>
                </a:ln>
                <a:solidFill>
                  <a:srgbClr val="002060"/>
                </a:solidFill>
                <a:effectLst>
                  <a:innerShdw blurRad="177800">
                    <a:schemeClr val="accent3">
                      <a:lumMod val="50000"/>
                    </a:schemeClr>
                  </a:innerShdw>
                </a:effectLst>
                <a:latin typeface="Calibri" panose="020F0502020204030204" pitchFamily="34" charset="0"/>
              </a:rPr>
              <a:t>Дякую за увагу!</a:t>
            </a:r>
          </a:p>
        </p:txBody>
      </p:sp>
    </p:spTree>
    <p:extLst>
      <p:ext uri="{BB962C8B-B14F-4D97-AF65-F5344CB8AC3E}">
        <p14:creationId xmlns:p14="http://schemas.microsoft.com/office/powerpoint/2010/main" val="1417426564"/>
      </p:ext>
    </p:extLst>
  </p:cSld>
  <p:clrMapOvr>
    <a:masterClrMapping/>
  </p:clrMapOvr>
</p:sld>
</file>

<file path=ppt/theme/theme1.xml><?xml version="1.0" encoding="utf-8"?>
<a:theme xmlns:a="http://schemas.openxmlformats.org/drawingml/2006/main" name="Тема Office">
  <a:themeElements>
    <a:clrScheme name="Офіс">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Офіс">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Офіс">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Офіс">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Офіс">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Офіс">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717</TotalTime>
  <Words>1182</Words>
  <Application>Microsoft Office PowerPoint</Application>
  <PresentationFormat>Широкий екран</PresentationFormat>
  <Paragraphs>89</Paragraphs>
  <Slides>16</Slides>
  <Notes>1</Notes>
  <HiddenSlides>0</HiddenSlides>
  <MMClips>0</MMClips>
  <ScaleCrop>false</ScaleCrop>
  <HeadingPairs>
    <vt:vector size="6" baseType="variant">
      <vt:variant>
        <vt:lpstr>Використані шрифти</vt:lpstr>
      </vt:variant>
      <vt:variant>
        <vt:i4>4</vt:i4>
      </vt:variant>
      <vt:variant>
        <vt:lpstr>Тема</vt:lpstr>
      </vt:variant>
      <vt:variant>
        <vt:i4>1</vt:i4>
      </vt:variant>
      <vt:variant>
        <vt:lpstr>Заголовки слайдів</vt:lpstr>
      </vt:variant>
      <vt:variant>
        <vt:i4>16</vt:i4>
      </vt:variant>
    </vt:vector>
  </HeadingPairs>
  <TitlesOfParts>
    <vt:vector size="21" baseType="lpstr">
      <vt:lpstr>Arial</vt:lpstr>
      <vt:lpstr>Calibri</vt:lpstr>
      <vt:lpstr>Calibri Light</vt:lpstr>
      <vt:lpstr>Wingdings</vt:lpstr>
      <vt:lpstr>Тема Office</vt:lpstr>
      <vt:lpstr>Проблеми створення нового покоління стандартів вищої освіти</vt:lpstr>
      <vt:lpstr>Що зроблено і що треба зробити?</vt:lpstr>
      <vt:lpstr>Основні проблеми</vt:lpstr>
      <vt:lpstr>Презентація PowerPoint</vt:lpstr>
      <vt:lpstr>Освітні програми для «регульованих спеціальностей» </vt:lpstr>
      <vt:lpstr>Обсяг освітньої програми</vt:lpstr>
      <vt:lpstr>Обсяг освітньої програми</vt:lpstr>
      <vt:lpstr>Обсяг освітньої програми</vt:lpstr>
      <vt:lpstr>Мінімальний обсяг практичної підготовки для освітньо-професійних програм</vt:lpstr>
      <vt:lpstr>Деякі проблеми щодо обсягу ОП</vt:lpstr>
      <vt:lpstr>Перелік обов’язкових компетентностей випускника</vt:lpstr>
      <vt:lpstr>Спеціальні компетентності</vt:lpstr>
      <vt:lpstr>Спеціальні компетентності</vt:lpstr>
      <vt:lpstr>«Регульовані» спеціальності</vt:lpstr>
      <vt:lpstr>Інші питання</vt:lpstr>
      <vt:lpstr>Презентація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Volodymyr Bakhrushyn</dc:creator>
  <cp:lastModifiedBy>Volodymyr</cp:lastModifiedBy>
  <cp:revision>20</cp:revision>
  <dcterms:created xsi:type="dcterms:W3CDTF">2025-04-15T16:29:21Z</dcterms:created>
  <dcterms:modified xsi:type="dcterms:W3CDTF">2026-01-15T06:39:35Z</dcterms:modified>
</cp:coreProperties>
</file>